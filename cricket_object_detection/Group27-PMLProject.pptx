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92" r:id="rId1"/>
  </p:sldMasterIdLst>
  <p:notesMasterIdLst>
    <p:notesMasterId r:id="rId15"/>
  </p:notesMasterIdLst>
  <p:handoutMasterIdLst>
    <p:handoutMasterId r:id="rId16"/>
  </p:handoutMasterIdLst>
  <p:sldIdLst>
    <p:sldId id="2561" r:id="rId2"/>
    <p:sldId id="257" r:id="rId3"/>
    <p:sldId id="2563" r:id="rId4"/>
    <p:sldId id="2565" r:id="rId5"/>
    <p:sldId id="2575" r:id="rId6"/>
    <p:sldId id="2566" r:id="rId7"/>
    <p:sldId id="2568" r:id="rId8"/>
    <p:sldId id="2569" r:id="rId9"/>
    <p:sldId id="2576" r:id="rId10"/>
    <p:sldId id="2571" r:id="rId11"/>
    <p:sldId id="2572" r:id="rId12"/>
    <p:sldId id="2573" r:id="rId13"/>
    <p:sldId id="25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ricket Object Detection Project - IIT Bombay Executive Education" id="{E4462703-E371-46F8-848D-793404A7C231}">
          <p14:sldIdLst>
            <p14:sldId id="2561"/>
            <p14:sldId id="257"/>
          </p14:sldIdLst>
        </p14:section>
        <p14:section name="Introduction and Overview" id="{058E5FA8-D967-4D2B-9C40-E0260685928B}">
          <p14:sldIdLst>
            <p14:sldId id="2563"/>
          </p14:sldIdLst>
        </p14:section>
        <p14:section name="Project Structure and Workflow" id="{09BB9E30-C695-4EA7-9C87-47C4E86D335C}">
          <p14:sldIdLst>
            <p14:sldId id="2565"/>
            <p14:sldId id="2575"/>
            <p14:sldId id="2566"/>
          </p14:sldIdLst>
        </p14:section>
        <p14:section name="Technical Implementation" id="{57D07088-993A-40CB-8935-DE986AE23314}">
          <p14:sldIdLst>
            <p14:sldId id="2568"/>
            <p14:sldId id="2569"/>
            <p14:sldId id="2576"/>
          </p14:sldIdLst>
        </p14:section>
        <p14:section name="Results and Insights" id="{D4DAF848-F282-46DF-8A7D-2659BF180FA1}">
          <p14:sldIdLst>
            <p14:sldId id="2571"/>
            <p14:sldId id="2572"/>
          </p14:sldIdLst>
        </p14:section>
        <p14:section name="References" id="{E0DB6E13-8433-4FF2-8E3A-398F7C6963A0}">
          <p14:sldIdLst>
            <p14:sldId id="2573"/>
            <p14:sldId id="25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86" autoAdjust="0"/>
    <p:restoredTop sz="94557"/>
  </p:normalViewPr>
  <p:slideViewPr>
    <p:cSldViewPr snapToGrid="0">
      <p:cViewPr varScale="1">
        <p:scale>
          <a:sx n="100" d="100"/>
          <a:sy n="100" d="100"/>
        </p:scale>
        <p:origin x="72" y="19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AF7772-329C-42A2-9825-D1A8963CCD5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C37AA79-C7C7-450A-863B-26528EA3F9E6}">
      <dgm:prSet/>
      <dgm:spPr/>
      <dgm:t>
        <a:bodyPr/>
        <a:lstStyle/>
        <a:p>
          <a:pPr>
            <a:lnSpc>
              <a:spcPct val="100000"/>
            </a:lnSpc>
            <a:defRPr b="1"/>
          </a:pPr>
          <a:r>
            <a:rPr lang="en-US" b="0" i="0" dirty="0"/>
            <a:t>Internal Project Resources</a:t>
          </a:r>
          <a:endParaRPr lang="en-US" dirty="0"/>
        </a:p>
      </dgm:t>
    </dgm:pt>
    <dgm:pt modelId="{5D3A01DC-31AA-4184-ABC5-0EB8B2558146}" type="parTrans" cxnId="{2C883A14-79BA-47F9-A02F-5C6487A76CBE}">
      <dgm:prSet/>
      <dgm:spPr/>
      <dgm:t>
        <a:bodyPr/>
        <a:lstStyle/>
        <a:p>
          <a:endParaRPr lang="en-US"/>
        </a:p>
      </dgm:t>
    </dgm:pt>
    <dgm:pt modelId="{E739BA12-5C34-4CFA-8567-125DC85F0F3D}" type="sibTrans" cxnId="{2C883A14-79BA-47F9-A02F-5C6487A76CBE}">
      <dgm:prSet/>
      <dgm:spPr/>
      <dgm:t>
        <a:bodyPr/>
        <a:lstStyle/>
        <a:p>
          <a:pPr>
            <a:lnSpc>
              <a:spcPct val="100000"/>
            </a:lnSpc>
            <a:defRPr b="1"/>
          </a:pPr>
          <a:endParaRPr lang="en-US"/>
        </a:p>
      </dgm:t>
    </dgm:pt>
    <dgm:pt modelId="{9E8AFEA5-F45B-4520-99C4-30B36E9188E3}">
      <dgm:prSet/>
      <dgm:spPr/>
      <dgm:t>
        <a:bodyPr/>
        <a:lstStyle/>
        <a:p>
          <a:pPr>
            <a:lnSpc>
              <a:spcPct val="100000"/>
            </a:lnSpc>
          </a:pPr>
          <a:r>
            <a:rPr lang="en-US" b="0" i="0"/>
            <a:t>Internal scripts, notebooks, and detailed README files guided workflow and team tasks effectively.</a:t>
          </a:r>
          <a:endParaRPr lang="en-US"/>
        </a:p>
      </dgm:t>
    </dgm:pt>
    <dgm:pt modelId="{129EA142-7F71-4CAA-8AEF-46DF06DAE590}" type="parTrans" cxnId="{3AC8159A-A7AD-48E8-9491-3F3D103DA2C2}">
      <dgm:prSet/>
      <dgm:spPr/>
      <dgm:t>
        <a:bodyPr/>
        <a:lstStyle/>
        <a:p>
          <a:endParaRPr lang="en-US"/>
        </a:p>
      </dgm:t>
    </dgm:pt>
    <dgm:pt modelId="{21CC67DA-B5AF-4C08-BEED-354E45578782}" type="sibTrans" cxnId="{3AC8159A-A7AD-48E8-9491-3F3D103DA2C2}">
      <dgm:prSet/>
      <dgm:spPr/>
      <dgm:t>
        <a:bodyPr/>
        <a:lstStyle/>
        <a:p>
          <a:endParaRPr lang="en-US"/>
        </a:p>
      </dgm:t>
    </dgm:pt>
    <dgm:pt modelId="{57A8CB2B-1B91-43D5-A42C-CD4FDDE3CC1E}">
      <dgm:prSet/>
      <dgm:spPr/>
      <dgm:t>
        <a:bodyPr/>
        <a:lstStyle/>
        <a:p>
          <a:pPr>
            <a:lnSpc>
              <a:spcPct val="100000"/>
            </a:lnSpc>
            <a:defRPr b="1"/>
          </a:pPr>
          <a:r>
            <a:rPr lang="en-US" b="0" i="0"/>
            <a:t>External Library Documentation</a:t>
          </a:r>
          <a:endParaRPr lang="en-US"/>
        </a:p>
      </dgm:t>
    </dgm:pt>
    <dgm:pt modelId="{A31C4989-2F1F-4297-9D52-485788828B7C}" type="parTrans" cxnId="{BBFE6CD3-3E66-4C3F-9FB2-AA4EA814BB7A}">
      <dgm:prSet/>
      <dgm:spPr/>
      <dgm:t>
        <a:bodyPr/>
        <a:lstStyle/>
        <a:p>
          <a:endParaRPr lang="en-US"/>
        </a:p>
      </dgm:t>
    </dgm:pt>
    <dgm:pt modelId="{410A1119-1AF9-4AD0-B281-6148038071F4}" type="sibTrans" cxnId="{BBFE6CD3-3E66-4C3F-9FB2-AA4EA814BB7A}">
      <dgm:prSet/>
      <dgm:spPr/>
      <dgm:t>
        <a:bodyPr/>
        <a:lstStyle/>
        <a:p>
          <a:pPr>
            <a:lnSpc>
              <a:spcPct val="100000"/>
            </a:lnSpc>
            <a:defRPr b="1"/>
          </a:pPr>
          <a:endParaRPr lang="en-US"/>
        </a:p>
      </dgm:t>
    </dgm:pt>
    <dgm:pt modelId="{F2CC702A-A2CD-464B-806E-FD2C15301140}">
      <dgm:prSet/>
      <dgm:spPr/>
      <dgm:t>
        <a:bodyPr/>
        <a:lstStyle/>
        <a:p>
          <a:pPr>
            <a:lnSpc>
              <a:spcPct val="100000"/>
            </a:lnSpc>
          </a:pPr>
          <a:r>
            <a:rPr lang="en-US" b="0" i="0"/>
            <a:t>Documentation from libraries like scikit-learn and scikit-image supported model training and feature extraction.</a:t>
          </a:r>
          <a:endParaRPr lang="en-US"/>
        </a:p>
      </dgm:t>
    </dgm:pt>
    <dgm:pt modelId="{40D36D32-9094-44C7-9BBB-B4B98AE64EF3}" type="parTrans" cxnId="{BDD8F4D3-246D-4442-8C07-1E72C1195E98}">
      <dgm:prSet/>
      <dgm:spPr/>
      <dgm:t>
        <a:bodyPr/>
        <a:lstStyle/>
        <a:p>
          <a:endParaRPr lang="en-US"/>
        </a:p>
      </dgm:t>
    </dgm:pt>
    <dgm:pt modelId="{A3881489-2506-4651-8C1D-6E03D6F0DE3A}" type="sibTrans" cxnId="{BDD8F4D3-246D-4442-8C07-1E72C1195E98}">
      <dgm:prSet/>
      <dgm:spPr/>
      <dgm:t>
        <a:bodyPr/>
        <a:lstStyle/>
        <a:p>
          <a:endParaRPr lang="en-US"/>
        </a:p>
      </dgm:t>
    </dgm:pt>
    <dgm:pt modelId="{A5BD9A1E-D7B1-4B12-9DAF-8FCDA8D218DE}">
      <dgm:prSet/>
      <dgm:spPr/>
      <dgm:t>
        <a:bodyPr/>
        <a:lstStyle/>
        <a:p>
          <a:pPr>
            <a:lnSpc>
              <a:spcPct val="100000"/>
            </a:lnSpc>
            <a:defRPr b="1"/>
          </a:pPr>
          <a:r>
            <a:rPr lang="en-US" b="0" i="0"/>
            <a:t>Ensuring Best Practices</a:t>
          </a:r>
          <a:endParaRPr lang="en-US"/>
        </a:p>
      </dgm:t>
    </dgm:pt>
    <dgm:pt modelId="{3D07BDB9-AC6D-46BD-9A0B-48ED36C8BB34}" type="parTrans" cxnId="{BB27A7C8-98BC-44E7-B983-0C097AED2FD0}">
      <dgm:prSet/>
      <dgm:spPr/>
      <dgm:t>
        <a:bodyPr/>
        <a:lstStyle/>
        <a:p>
          <a:endParaRPr lang="en-US"/>
        </a:p>
      </dgm:t>
    </dgm:pt>
    <dgm:pt modelId="{9391BE1F-F614-45AC-B7A3-E24F90833FC9}" type="sibTrans" cxnId="{BB27A7C8-98BC-44E7-B983-0C097AED2FD0}">
      <dgm:prSet/>
      <dgm:spPr/>
      <dgm:t>
        <a:bodyPr/>
        <a:lstStyle/>
        <a:p>
          <a:endParaRPr lang="en-US"/>
        </a:p>
      </dgm:t>
    </dgm:pt>
    <dgm:pt modelId="{17D8EA3C-D7EC-45D7-AEFB-1DA4815C7189}">
      <dgm:prSet/>
      <dgm:spPr/>
      <dgm:t>
        <a:bodyPr/>
        <a:lstStyle/>
        <a:p>
          <a:pPr>
            <a:lnSpc>
              <a:spcPct val="100000"/>
            </a:lnSpc>
          </a:pPr>
          <a:r>
            <a:rPr lang="en-US" b="0" i="0"/>
            <a:t>Leveraging internal and external references ensured technical rigor and practical project development.</a:t>
          </a:r>
          <a:endParaRPr lang="en-US"/>
        </a:p>
      </dgm:t>
    </dgm:pt>
    <dgm:pt modelId="{B17B72DB-5C58-478F-A347-36002BB31E01}" type="parTrans" cxnId="{02C3E879-6D3A-45E3-BA09-0CD6095CAC39}">
      <dgm:prSet/>
      <dgm:spPr/>
      <dgm:t>
        <a:bodyPr/>
        <a:lstStyle/>
        <a:p>
          <a:endParaRPr lang="en-US"/>
        </a:p>
      </dgm:t>
    </dgm:pt>
    <dgm:pt modelId="{B7CC8B4B-0B9D-454C-99B7-704C7B50AD4A}" type="sibTrans" cxnId="{02C3E879-6D3A-45E3-BA09-0CD6095CAC39}">
      <dgm:prSet/>
      <dgm:spPr/>
      <dgm:t>
        <a:bodyPr/>
        <a:lstStyle/>
        <a:p>
          <a:endParaRPr lang="en-US"/>
        </a:p>
      </dgm:t>
    </dgm:pt>
    <dgm:pt modelId="{A3912F71-4838-4B5E-B036-E6DC2E6FC91A}" type="pres">
      <dgm:prSet presAssocID="{D8AF7772-329C-42A2-9825-D1A8963CCD50}" presName="Name0" presStyleCnt="0">
        <dgm:presLayoutVars>
          <dgm:dir/>
          <dgm:resizeHandles val="exact"/>
        </dgm:presLayoutVars>
      </dgm:prSet>
      <dgm:spPr/>
    </dgm:pt>
    <dgm:pt modelId="{777B23B8-6FDE-4E0F-B108-EEA113C5AF3E}" type="pres">
      <dgm:prSet presAssocID="{6C37AA79-C7C7-450A-863B-26528EA3F9E6}" presName="compNode" presStyleCnt="0"/>
      <dgm:spPr/>
    </dgm:pt>
    <dgm:pt modelId="{BEBCA07E-FCB3-476A-8CF2-DCAE968D2256}" type="pres">
      <dgm:prSet presAssocID="{6C37AA79-C7C7-450A-863B-26528EA3F9E6}" presName="pictRect" presStyleLbl="revTx" presStyleIdx="0" presStyleCnt="6">
        <dgm:presLayoutVars>
          <dgm:chMax val="0"/>
          <dgm:bulletEnabled/>
        </dgm:presLayoutVars>
      </dgm:prSet>
      <dgm:spPr/>
    </dgm:pt>
    <dgm:pt modelId="{9F846D98-E927-4376-9FE8-332D88579D72}" type="pres">
      <dgm:prSet presAssocID="{6C37AA79-C7C7-450A-863B-26528EA3F9E6}" presName="textRect" presStyleLbl="revTx" presStyleIdx="1" presStyleCnt="6">
        <dgm:presLayoutVars>
          <dgm:bulletEnabled/>
        </dgm:presLayoutVars>
      </dgm:prSet>
      <dgm:spPr/>
    </dgm:pt>
    <dgm:pt modelId="{CA03E24B-2679-4AEC-8A67-070D738BDDE6}" type="pres">
      <dgm:prSet presAssocID="{E739BA12-5C34-4CFA-8567-125DC85F0F3D}" presName="sibTrans" presStyleLbl="sibTrans2D1" presStyleIdx="0" presStyleCnt="0"/>
      <dgm:spPr/>
    </dgm:pt>
    <dgm:pt modelId="{4FADDC57-A9EF-49DF-868F-554E87590CEB}" type="pres">
      <dgm:prSet presAssocID="{57A8CB2B-1B91-43D5-A42C-CD4FDDE3CC1E}" presName="compNode" presStyleCnt="0"/>
      <dgm:spPr/>
    </dgm:pt>
    <dgm:pt modelId="{681C3D8D-DEF9-4C98-8137-16E642F553EF}" type="pres">
      <dgm:prSet presAssocID="{57A8CB2B-1B91-43D5-A42C-CD4FDDE3CC1E}" presName="pictRect" presStyleLbl="revTx" presStyleIdx="2" presStyleCnt="6">
        <dgm:presLayoutVars>
          <dgm:chMax val="0"/>
          <dgm:bulletEnabled/>
        </dgm:presLayoutVars>
      </dgm:prSet>
      <dgm:spPr/>
    </dgm:pt>
    <dgm:pt modelId="{FDAFA682-C213-48AA-8536-02E270D5D649}" type="pres">
      <dgm:prSet presAssocID="{57A8CB2B-1B91-43D5-A42C-CD4FDDE3CC1E}" presName="textRect" presStyleLbl="revTx" presStyleIdx="3" presStyleCnt="6">
        <dgm:presLayoutVars>
          <dgm:bulletEnabled/>
        </dgm:presLayoutVars>
      </dgm:prSet>
      <dgm:spPr/>
    </dgm:pt>
    <dgm:pt modelId="{25D8A988-E1F4-477C-A7D2-4096801396D0}" type="pres">
      <dgm:prSet presAssocID="{410A1119-1AF9-4AD0-B281-6148038071F4}" presName="sibTrans" presStyleLbl="sibTrans2D1" presStyleIdx="0" presStyleCnt="0"/>
      <dgm:spPr/>
    </dgm:pt>
    <dgm:pt modelId="{A3B3DDAA-C241-4ECB-8809-2DA3446C0C9C}" type="pres">
      <dgm:prSet presAssocID="{A5BD9A1E-D7B1-4B12-9DAF-8FCDA8D218DE}" presName="compNode" presStyleCnt="0"/>
      <dgm:spPr/>
    </dgm:pt>
    <dgm:pt modelId="{C64642ED-FC7E-4DD2-9FD0-86CE30B713EA}" type="pres">
      <dgm:prSet presAssocID="{A5BD9A1E-D7B1-4B12-9DAF-8FCDA8D218DE}" presName="pictRect" presStyleLbl="revTx" presStyleIdx="4" presStyleCnt="6">
        <dgm:presLayoutVars>
          <dgm:chMax val="0"/>
          <dgm:bulletEnabled/>
        </dgm:presLayoutVars>
      </dgm:prSet>
      <dgm:spPr/>
    </dgm:pt>
    <dgm:pt modelId="{1BD5F9F5-03B7-4123-9526-0F553D9E690B}" type="pres">
      <dgm:prSet presAssocID="{A5BD9A1E-D7B1-4B12-9DAF-8FCDA8D218DE}" presName="textRect" presStyleLbl="revTx" presStyleIdx="5" presStyleCnt="6">
        <dgm:presLayoutVars>
          <dgm:bulletEnabled/>
        </dgm:presLayoutVars>
      </dgm:prSet>
      <dgm:spPr/>
    </dgm:pt>
  </dgm:ptLst>
  <dgm:cxnLst>
    <dgm:cxn modelId="{2C883A14-79BA-47F9-A02F-5C6487A76CBE}" srcId="{D8AF7772-329C-42A2-9825-D1A8963CCD50}" destId="{6C37AA79-C7C7-450A-863B-26528EA3F9E6}" srcOrd="0" destOrd="0" parTransId="{5D3A01DC-31AA-4184-ABC5-0EB8B2558146}" sibTransId="{E739BA12-5C34-4CFA-8567-125DC85F0F3D}"/>
    <dgm:cxn modelId="{B2D27C2A-D0E5-48D1-93AB-386488740CAE}" type="presOf" srcId="{6C37AA79-C7C7-450A-863B-26528EA3F9E6}" destId="{BEBCA07E-FCB3-476A-8CF2-DCAE968D2256}" srcOrd="0" destOrd="0" presId="urn:microsoft.com/office/officeart/2024/3/layout/hArchList1"/>
    <dgm:cxn modelId="{4735743D-2C2A-4818-86D6-C5532D09E346}" type="presOf" srcId="{57A8CB2B-1B91-43D5-A42C-CD4FDDE3CC1E}" destId="{681C3D8D-DEF9-4C98-8137-16E642F553EF}" srcOrd="0" destOrd="0" presId="urn:microsoft.com/office/officeart/2024/3/layout/hArchList1"/>
    <dgm:cxn modelId="{9FA48C46-AB29-44E4-9D31-E654BE41D070}" type="presOf" srcId="{410A1119-1AF9-4AD0-B281-6148038071F4}" destId="{25D8A988-E1F4-477C-A7D2-4096801396D0}" srcOrd="0" destOrd="0" presId="urn:microsoft.com/office/officeart/2024/3/layout/hArchList1"/>
    <dgm:cxn modelId="{C287F94E-1A96-4199-9282-F7B67B5AFAC8}" type="presOf" srcId="{F2CC702A-A2CD-464B-806E-FD2C15301140}" destId="{FDAFA682-C213-48AA-8536-02E270D5D649}" srcOrd="0" destOrd="0" presId="urn:microsoft.com/office/officeart/2024/3/layout/hArchList1"/>
    <dgm:cxn modelId="{50DF5D58-58AA-4353-949A-88DC04BFB644}" type="presOf" srcId="{9E8AFEA5-F45B-4520-99C4-30B36E9188E3}" destId="{9F846D98-E927-4376-9FE8-332D88579D72}" srcOrd="0" destOrd="0" presId="urn:microsoft.com/office/officeart/2024/3/layout/hArchList1"/>
    <dgm:cxn modelId="{02C3E879-6D3A-45E3-BA09-0CD6095CAC39}" srcId="{A5BD9A1E-D7B1-4B12-9DAF-8FCDA8D218DE}" destId="{17D8EA3C-D7EC-45D7-AEFB-1DA4815C7189}" srcOrd="0" destOrd="0" parTransId="{B17B72DB-5C58-478F-A347-36002BB31E01}" sibTransId="{B7CC8B4B-0B9D-454C-99B7-704C7B50AD4A}"/>
    <dgm:cxn modelId="{A44F9A81-AA05-4031-8CC6-0C3185399940}" type="presOf" srcId="{A5BD9A1E-D7B1-4B12-9DAF-8FCDA8D218DE}" destId="{C64642ED-FC7E-4DD2-9FD0-86CE30B713EA}" srcOrd="0" destOrd="0" presId="urn:microsoft.com/office/officeart/2024/3/layout/hArchList1"/>
    <dgm:cxn modelId="{826E258E-A18E-404A-9ABE-309AD7E9915C}" type="presOf" srcId="{D8AF7772-329C-42A2-9825-D1A8963CCD50}" destId="{A3912F71-4838-4B5E-B036-E6DC2E6FC91A}" srcOrd="0" destOrd="0" presId="urn:microsoft.com/office/officeart/2024/3/layout/hArchList1"/>
    <dgm:cxn modelId="{913A8C97-047B-46E8-AB97-CF72CB904846}" type="presOf" srcId="{17D8EA3C-D7EC-45D7-AEFB-1DA4815C7189}" destId="{1BD5F9F5-03B7-4123-9526-0F553D9E690B}" srcOrd="0" destOrd="0" presId="urn:microsoft.com/office/officeart/2024/3/layout/hArchList1"/>
    <dgm:cxn modelId="{3AC8159A-A7AD-48E8-9491-3F3D103DA2C2}" srcId="{6C37AA79-C7C7-450A-863B-26528EA3F9E6}" destId="{9E8AFEA5-F45B-4520-99C4-30B36E9188E3}" srcOrd="0" destOrd="0" parTransId="{129EA142-7F71-4CAA-8AEF-46DF06DAE590}" sibTransId="{21CC67DA-B5AF-4C08-BEED-354E45578782}"/>
    <dgm:cxn modelId="{BB27A7C8-98BC-44E7-B983-0C097AED2FD0}" srcId="{D8AF7772-329C-42A2-9825-D1A8963CCD50}" destId="{A5BD9A1E-D7B1-4B12-9DAF-8FCDA8D218DE}" srcOrd="2" destOrd="0" parTransId="{3D07BDB9-AC6D-46BD-9A0B-48ED36C8BB34}" sibTransId="{9391BE1F-F614-45AC-B7A3-E24F90833FC9}"/>
    <dgm:cxn modelId="{BBFE6CD3-3E66-4C3F-9FB2-AA4EA814BB7A}" srcId="{D8AF7772-329C-42A2-9825-D1A8963CCD50}" destId="{57A8CB2B-1B91-43D5-A42C-CD4FDDE3CC1E}" srcOrd="1" destOrd="0" parTransId="{A31C4989-2F1F-4297-9D52-485788828B7C}" sibTransId="{410A1119-1AF9-4AD0-B281-6148038071F4}"/>
    <dgm:cxn modelId="{BDD8F4D3-246D-4442-8C07-1E72C1195E98}" srcId="{57A8CB2B-1B91-43D5-A42C-CD4FDDE3CC1E}" destId="{F2CC702A-A2CD-464B-806E-FD2C15301140}" srcOrd="0" destOrd="0" parTransId="{40D36D32-9094-44C7-9BBB-B4B98AE64EF3}" sibTransId="{A3881489-2506-4651-8C1D-6E03D6F0DE3A}"/>
    <dgm:cxn modelId="{03F080FF-39CC-4C1A-A8C4-95E0069B638E}" type="presOf" srcId="{E739BA12-5C34-4CFA-8567-125DC85F0F3D}" destId="{CA03E24B-2679-4AEC-8A67-070D738BDDE6}" srcOrd="0" destOrd="0" presId="urn:microsoft.com/office/officeart/2024/3/layout/hArchList1"/>
    <dgm:cxn modelId="{FF1CAEB2-87D0-430B-B8FD-612FE73425EA}" type="presParOf" srcId="{A3912F71-4838-4B5E-B036-E6DC2E6FC91A}" destId="{777B23B8-6FDE-4E0F-B108-EEA113C5AF3E}" srcOrd="0" destOrd="0" presId="urn:microsoft.com/office/officeart/2024/3/layout/hArchList1"/>
    <dgm:cxn modelId="{259DBE64-062D-4DEF-9F30-E8BE305E8728}" type="presParOf" srcId="{777B23B8-6FDE-4E0F-B108-EEA113C5AF3E}" destId="{BEBCA07E-FCB3-476A-8CF2-DCAE968D2256}" srcOrd="0" destOrd="0" presId="urn:microsoft.com/office/officeart/2024/3/layout/hArchList1"/>
    <dgm:cxn modelId="{56082E40-1790-4C5A-A27D-278151288039}" type="presParOf" srcId="{777B23B8-6FDE-4E0F-B108-EEA113C5AF3E}" destId="{9F846D98-E927-4376-9FE8-332D88579D72}" srcOrd="1" destOrd="0" presId="urn:microsoft.com/office/officeart/2024/3/layout/hArchList1"/>
    <dgm:cxn modelId="{999CFA47-A99A-4D87-B2F0-B93015961889}" type="presParOf" srcId="{A3912F71-4838-4B5E-B036-E6DC2E6FC91A}" destId="{CA03E24B-2679-4AEC-8A67-070D738BDDE6}" srcOrd="1" destOrd="0" presId="urn:microsoft.com/office/officeart/2024/3/layout/hArchList1"/>
    <dgm:cxn modelId="{82CF04DB-E721-40BF-B899-2F17803AB304}" type="presParOf" srcId="{A3912F71-4838-4B5E-B036-E6DC2E6FC91A}" destId="{4FADDC57-A9EF-49DF-868F-554E87590CEB}" srcOrd="2" destOrd="0" presId="urn:microsoft.com/office/officeart/2024/3/layout/hArchList1"/>
    <dgm:cxn modelId="{7D3D5E46-9346-4ADD-A018-9385F05C42A1}" type="presParOf" srcId="{4FADDC57-A9EF-49DF-868F-554E87590CEB}" destId="{681C3D8D-DEF9-4C98-8137-16E642F553EF}" srcOrd="0" destOrd="0" presId="urn:microsoft.com/office/officeart/2024/3/layout/hArchList1"/>
    <dgm:cxn modelId="{167297F2-CFAE-4DAA-84A6-A4E44D9F66BF}" type="presParOf" srcId="{4FADDC57-A9EF-49DF-868F-554E87590CEB}" destId="{FDAFA682-C213-48AA-8536-02E270D5D649}" srcOrd="1" destOrd="0" presId="urn:microsoft.com/office/officeart/2024/3/layout/hArchList1"/>
    <dgm:cxn modelId="{67D379E7-ECBD-44F9-B2A6-7FE08E10264F}" type="presParOf" srcId="{A3912F71-4838-4B5E-B036-E6DC2E6FC91A}" destId="{25D8A988-E1F4-477C-A7D2-4096801396D0}" srcOrd="3" destOrd="0" presId="urn:microsoft.com/office/officeart/2024/3/layout/hArchList1"/>
    <dgm:cxn modelId="{FFF593A8-7EB7-4927-A939-D84B2843E814}" type="presParOf" srcId="{A3912F71-4838-4B5E-B036-E6DC2E6FC91A}" destId="{A3B3DDAA-C241-4ECB-8809-2DA3446C0C9C}" srcOrd="4" destOrd="0" presId="urn:microsoft.com/office/officeart/2024/3/layout/hArchList1"/>
    <dgm:cxn modelId="{31E6DD63-D643-4F15-85B1-185FB2233BD6}" type="presParOf" srcId="{A3B3DDAA-C241-4ECB-8809-2DA3446C0C9C}" destId="{C64642ED-FC7E-4DD2-9FD0-86CE30B713EA}" srcOrd="0" destOrd="0" presId="urn:microsoft.com/office/officeart/2024/3/layout/hArchList1"/>
    <dgm:cxn modelId="{5BCA5A3E-BAB1-4EF4-96E0-28CE2B6128DF}" type="presParOf" srcId="{A3B3DDAA-C241-4ECB-8809-2DA3446C0C9C}" destId="{1BD5F9F5-03B7-4123-9526-0F553D9E690B}"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BCA07E-FCB3-476A-8CF2-DCAE968D2256}">
      <dsp:nvSpPr>
        <dsp:cNvPr id="0" name=""/>
        <dsp:cNvSpPr/>
      </dsp:nvSpPr>
      <dsp:spPr>
        <a:xfrm>
          <a:off x="0" y="0"/>
          <a:ext cx="2138362" cy="60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dirty="0"/>
            <a:t>Internal Project Resources</a:t>
          </a:r>
          <a:endParaRPr lang="en-US" sz="1800" kern="1200" dirty="0"/>
        </a:p>
      </dsp:txBody>
      <dsp:txXfrm>
        <a:off x="0" y="0"/>
        <a:ext cx="2138362" cy="604420"/>
      </dsp:txXfrm>
    </dsp:sp>
    <dsp:sp modelId="{9F846D98-E927-4376-9FE8-332D88579D72}">
      <dsp:nvSpPr>
        <dsp:cNvPr id="0" name=""/>
        <dsp:cNvSpPr/>
      </dsp:nvSpPr>
      <dsp:spPr>
        <a:xfrm>
          <a:off x="0" y="604420"/>
          <a:ext cx="2138362" cy="2589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Internal scripts, notebooks, and detailed README files guided workflow and team tasks effectively.</a:t>
          </a:r>
          <a:endParaRPr lang="en-US" sz="1400" kern="1200"/>
        </a:p>
      </dsp:txBody>
      <dsp:txXfrm>
        <a:off x="0" y="604420"/>
        <a:ext cx="2138362" cy="2589308"/>
      </dsp:txXfrm>
    </dsp:sp>
    <dsp:sp modelId="{681C3D8D-DEF9-4C98-8137-16E642F553EF}">
      <dsp:nvSpPr>
        <dsp:cNvPr id="0" name=""/>
        <dsp:cNvSpPr/>
      </dsp:nvSpPr>
      <dsp:spPr>
        <a:xfrm>
          <a:off x="2352198" y="0"/>
          <a:ext cx="2138362" cy="60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External Library Documentation</a:t>
          </a:r>
          <a:endParaRPr lang="en-US" sz="1800" kern="1200"/>
        </a:p>
      </dsp:txBody>
      <dsp:txXfrm>
        <a:off x="2352198" y="0"/>
        <a:ext cx="2138362" cy="604420"/>
      </dsp:txXfrm>
    </dsp:sp>
    <dsp:sp modelId="{FDAFA682-C213-48AA-8536-02E270D5D649}">
      <dsp:nvSpPr>
        <dsp:cNvPr id="0" name=""/>
        <dsp:cNvSpPr/>
      </dsp:nvSpPr>
      <dsp:spPr>
        <a:xfrm>
          <a:off x="2352198" y="604420"/>
          <a:ext cx="2138362" cy="2589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Documentation from libraries like scikit-learn and scikit-image supported model training and feature extraction.</a:t>
          </a:r>
          <a:endParaRPr lang="en-US" sz="1400" kern="1200"/>
        </a:p>
      </dsp:txBody>
      <dsp:txXfrm>
        <a:off x="2352198" y="604420"/>
        <a:ext cx="2138362" cy="2589308"/>
      </dsp:txXfrm>
    </dsp:sp>
    <dsp:sp modelId="{C64642ED-FC7E-4DD2-9FD0-86CE30B713EA}">
      <dsp:nvSpPr>
        <dsp:cNvPr id="0" name=""/>
        <dsp:cNvSpPr/>
      </dsp:nvSpPr>
      <dsp:spPr>
        <a:xfrm>
          <a:off x="4704396" y="0"/>
          <a:ext cx="2138362" cy="60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Ensuring Best Practices</a:t>
          </a:r>
          <a:endParaRPr lang="en-US" sz="1800" kern="1200"/>
        </a:p>
      </dsp:txBody>
      <dsp:txXfrm>
        <a:off x="4704396" y="0"/>
        <a:ext cx="2138362" cy="604420"/>
      </dsp:txXfrm>
    </dsp:sp>
    <dsp:sp modelId="{1BD5F9F5-03B7-4123-9526-0F553D9E690B}">
      <dsp:nvSpPr>
        <dsp:cNvPr id="0" name=""/>
        <dsp:cNvSpPr/>
      </dsp:nvSpPr>
      <dsp:spPr>
        <a:xfrm>
          <a:off x="4704396" y="604420"/>
          <a:ext cx="2138362" cy="2589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Leveraging internal and external references ensured technical rigor and practical project development.</a:t>
          </a:r>
          <a:endParaRPr lang="en-US" sz="1400" kern="1200"/>
        </a:p>
      </dsp:txBody>
      <dsp:txXfrm>
        <a:off x="4704396" y="604420"/>
        <a:ext cx="2138362" cy="2589308"/>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12/12/2025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62653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Cricket Object Detection Project aims to detect and classify cricket-related objects such as bats, balls, stumps, and no_object at a granular grid-cell level within images. This project was developed as part of the IIT Bombay Executive Education Machine Learning program. The primary goal is to create a robust pipeline that can accurately identify these objects using classical machine learning techniques. The approach involves several key steps: manual annotation of images, feature extraction using methods like Histogram of Oriented Gradients (HOG) and grayscale transformations, and training models such as Random Forest and K-Nearest Neighbors (KNN). Visualization plays a crucial role in validating predictions and understanding model performance. This project emphasizes practical implementation of ML concepts, including data preprocessing, annotation, feature engineering, and evaluation metrics. By focusing on classical ML models rather than deep learning, the project demonstrates how traditional algorithms can still deliver effective results for structured tasks when combined with well-engineered features. The workflow also highlights the importance of consistent annotation and preprocessing, which are critical for achieving reliable outcomes. Ultimately, this project serves as a comprehensive case study in applying machine learning to a real-world sports analytics problem, showcasing both technical rigor and practical insights.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592451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is organized into a well-defined folder structure to ensure clarity and maintainability. The root directory, `cricket_object_detection/`, contains several subfolders and files: `data/` holds raw, training, and testing images along with annotations; `models/` stores saved machine learning models; `outputs/` includes CSV files, reports, and visualizations generated during the workflow; `src/` contains source code scripts for preprocessing, annotation, feature extraction, and pipeline execution; `requirements.txt` lists all dependencies required for the project; `README.md` provides an overview and instructions for setup; and `TASKS.csv` is used for tracking tasks and progress. This structure facilitates modular development and easy navigation, ensuring that each component of the project is logically separated. Such organization is essential for collaborative projects and reproducibility, as it allows team members to quickly locate resources and understand the workflow without ambiguity.</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048380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24064-3893-E465-3803-09F8A2C9F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C374E-F6EC-9AF4-95B4-3D4119585C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CF82A-F1D7-82C7-131F-B49373A69922}"/>
              </a:ext>
            </a:extLst>
          </p:cNvPr>
          <p:cNvSpPr>
            <a:spLocks noGrp="1"/>
          </p:cNvSpPr>
          <p:nvPr>
            <p:ph type="body" idx="1"/>
          </p:nvPr>
        </p:nvSpPr>
        <p:spPr/>
        <p:txBody>
          <a:bodyPr/>
          <a:lstStyle/>
          <a:p>
            <a:r>
              <a:rPr lang="en-US"/>
              <a:t>
The project is organized into a well-defined folder structure to ensure clarity and maintainability. The root directory, `cricket_object_detection/`, contains several subfolders and files: `data/` holds raw, training, and testing images along with annotations; `models/` stores saved machine learning models; `outputs/` includes CSV files, reports, and visualizations generated during the workflow; `src/` contains source code scripts for preprocessing, annotation, feature extraction, and pipeline execution; `requirements.txt` lists all dependencies required for the project; `README.md` provides an overview and instructions for setup; and `TASKS.csv` is used for tracking tasks and progress. This structure facilitates modular development and easy navigation, ensuring that each component of the project is logically separated. Such organization is essential for collaborative projects and reproducibility, as it allows team members to quickly locate resources and understand the workflow without ambiguity.</a:t>
            </a:r>
          </a:p>
        </p:txBody>
      </p:sp>
      <p:sp>
        <p:nvSpPr>
          <p:cNvPr id="4" name="Slide Number Placeholder 3">
            <a:extLst>
              <a:ext uri="{FF2B5EF4-FFF2-40B4-BE49-F238E27FC236}">
                <a16:creationId xmlns:a16="http://schemas.microsoft.com/office/drawing/2014/main" id="{32D08581-91BE-7A07-5554-975168C0D47D}"/>
              </a:ext>
            </a:extLst>
          </p:cNvPr>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368590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workflow begins with data collection, where images are gathered and organized by class. Preprocessing follows, involving resizing and cropping images to a standard resolution of 800x600 pixels and saving them into training and testing folders. Annotation is a critical step, where each image is divided into an 8x8 grid, and cells are labeled as 0 (no_object), 1 (ball), 2 (bat), or 3 (stump). Manual annotation is performed using a GUI tool or script for interactive tagging. Feature extraction is then applied to each cell, using techniques like HOG and grayscale transformations to capture essential visual patterns. These features, along with their corresponding labels, are stored in a CSV file for training. Model training involves applying Random Forest and KNN classifiers to the extracted features. Evaluation metrics such as accuracy, precision, recall, and F1-score are computed to compare model performance. Visualization is integrated throughout the process, including overlaying predicted labels on images and generating comparative charts for metrics. Finally, predictions on new images are visualized with color-coded grids, providing an intuitive understanding of model behavior. This structured workflow ensures systematic progress from raw data to actionable insights.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089153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relies on several key scripts housed in the `src/` directory. `preprocess.py` handles image resizing and cropping to ensure uniformity across the dataset. `annotate.py` provides utilities for manual annotation, enabling interactive tagging of grid cells. `annotation_to_csv.py` converts annotation data into a structured CSV format for downstream processing. `extract_features.py` is responsible for feature extraction, applying techniques like HOG and grayscale transformations to each grid cell. The most comprehensive script, `cell_level_pipeline.py`, orchestrates the entire pipeline, including feature extraction, model training, evaluation, and visualization. This modular approach allows for flexibility and scalability, enabling individual components to be updated or replaced without disrupting the overall workflow. By organizing functionality into distinct scripts, the project promotes clean code practices and facilitates debugging and maintenance.</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818764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Two classical machine learning models were employed: Random Forest and K-Nearest Neighbors (KNN). Both models were trained on cell-level features extracted from annotated images. Random Forest, an ensemble method, offers robustness and handles feature interactions effectively, while KNN provides simplicity and interpretability. Evaluation was conducted using standard metrics such as accuracy, precision, recall, and F1-score, which were visualized through bar charts for easy comparison. Random Forest generally outperformed KNN in terms of accuracy and precision, though KNN demonstrated faster training times. Visualizations of predictions were generated for multiple images per model, overlaying grid cells with color-coded labels to illustrate classification performance. These evaluations highlight the trade-offs between model complexity, accuracy, and computational efficiency, providing valuable insights for selecting appropriate algorithms in similar tasks.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1339766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Visualization is a cornerstone of this project, enabling intuitive interpretation of model predictions and performance. Predicted cell labels were overlaid on images using colored rectangles: gray for no_object, red for ball, green for bat, and blue for stump. These overlays provide a clear visual representation of how well the models identify objects within grid cells. Comparative visualizations were created for three images per model, allowing side-by-side analysis of Random Forest and KNN outputs. Additionally, bar charts summarizing evaluation metrics such as precision, recall, F1-score, and accuracy were included to complement qualitative assessments with quantitative data. These visual tools not only aid in debugging and refining models but also enhance communication of results to stakeholders, making complex data more accessible and actionable.</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161282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key learnings emerged from this project. First, consistent annotation and preprocessing are critical for achieving reliable model performance; inconsistencies can lead to significant drops in accuracy. Second, feature engineering using techniques like HOG and grayscale proved highly effective for classical machine learning models, underscoring the importance of thoughtful feature selection. Third, while aggregated features can support image-level tasks, cell-level features are essential for fine-grained classification. The comparison between Random Forest and KNN highlighted trade-offs between accuracy and computational speed, informing decisions about model selection based on project constraints. Finally, visualization was invaluable for debugging and understanding model behavior, reinforcing its role as a best practice in machine learning workflows. Challenges included managing annotation complexity and ensuring scalability for larger datasets, which could be addressed through automation and optimized pipelines in future iterations.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1286297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Materials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901960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drew upon several key resources for implementation and validation. Internal materials included project scripts and notebooks located in the `src/` and `notebooks/` directories, as well as the `latest_readme.md` file, which provided detailed workflow descriptions and team assignments. External references comprised documentation for widely used libraries such as scikit-learn and scikit-image, which were instrumental in model training and feature extraction. These resources ensured adherence to best practices and facilitated efficient development. By leveraging both internal and external references, the project maintained a strong foundation of technical rigor and practical applicability.</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2304896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6.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pic>
        <p:nvPicPr>
          <p:cNvPr id="14" name="Picture 13" descr="A close up of a blue and pink background&#10;&#10;AI-generated content may be incorrect.">
            <a:extLst>
              <a:ext uri="{FF2B5EF4-FFF2-40B4-BE49-F238E27FC236}">
                <a16:creationId xmlns:a16="http://schemas.microsoft.com/office/drawing/2014/main" id="{FA0DAAF8-1473-19E2-7A19-C912696FE1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59ED5AFE-4996-3F24-6A40-DB7BC8D42158}"/>
              </a:ext>
            </a:extLst>
          </p:cNvPr>
          <p:cNvSpPr>
            <a:spLocks noGrp="1"/>
          </p:cNvSpPr>
          <p:nvPr>
            <p:ph type="ctrTitle"/>
          </p:nvPr>
        </p:nvSpPr>
        <p:spPr>
          <a:xfrm>
            <a:off x="589041" y="2438400"/>
            <a:ext cx="10993359" cy="2684329"/>
          </a:xfrm>
        </p:spPr>
        <p:txBody>
          <a:bodyPr vert="horz" lIns="91440" tIns="45720" rIns="91440" bIns="45720" rtlCol="0" anchor="b">
            <a:normAutofit/>
          </a:bodyPr>
          <a:lstStyle>
            <a:lvl1pPr>
              <a:defRPr lang="en-US" sz="66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6F756E8C-2C5E-B25F-5DAD-4E06067BC734}"/>
              </a:ext>
            </a:extLst>
          </p:cNvPr>
          <p:cNvSpPr>
            <a:spLocks noGrp="1"/>
          </p:cNvSpPr>
          <p:nvPr>
            <p:ph type="subTitle" idx="1"/>
          </p:nvPr>
        </p:nvSpPr>
        <p:spPr>
          <a:xfrm>
            <a:off x="589041" y="5257800"/>
            <a:ext cx="9164559" cy="914400"/>
          </a:xfrm>
        </p:spPr>
        <p:txBody>
          <a:bodyPr vert="horz" lIns="91440" tIns="45720" rIns="91440" bIns="45720" rtlCol="0">
            <a:normAutofit/>
          </a:bodyPr>
          <a:lstStyle>
            <a:lvl1pPr marL="0" indent="0">
              <a:buNone/>
              <a:defRPr lang="en-US" sz="2200" dirty="0">
                <a:solidFill>
                  <a:schemeClr val="tx1"/>
                </a:solidFill>
              </a:defRPr>
            </a:lvl1pPr>
          </a:lstStyle>
          <a:p>
            <a:pPr lvl="0"/>
            <a:r>
              <a:rPr lang="en-US" dirty="0"/>
              <a:t>Click to edit Master subtitle style</a:t>
            </a:r>
          </a:p>
        </p:txBody>
      </p:sp>
      <p:pic>
        <p:nvPicPr>
          <p:cNvPr id="2" name="Graphic 1">
            <a:extLst>
              <a:ext uri="{FF2B5EF4-FFF2-40B4-BE49-F238E27FC236}">
                <a16:creationId xmlns:a16="http://schemas.microsoft.com/office/drawing/2014/main" id="{FB03B42F-CFBB-090D-EC8E-0FC7E903EEE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1" name="Footer Placeholder 10">
            <a:extLst>
              <a:ext uri="{FF2B5EF4-FFF2-40B4-BE49-F238E27FC236}">
                <a16:creationId xmlns:a16="http://schemas.microsoft.com/office/drawing/2014/main" id="{DD36ECCE-2AA5-C398-CA75-78EBCBDCF261}"/>
              </a:ext>
            </a:extLst>
          </p:cNvPr>
          <p:cNvSpPr>
            <a:spLocks noGrp="1"/>
          </p:cNvSpPr>
          <p:nvPr>
            <p:ph type="ftr" sz="quarter" idx="11"/>
          </p:nvPr>
        </p:nvSpPr>
        <p:spPr>
          <a:xfrm>
            <a:off x="6280176" y="152400"/>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FA4C2171-40CE-DE50-6D13-60F77A548C03}"/>
              </a:ext>
            </a:extLst>
          </p:cNvPr>
          <p:cNvSpPr>
            <a:spLocks noGrp="1"/>
          </p:cNvSpPr>
          <p:nvPr>
            <p:ph type="dt" sz="half" idx="10"/>
          </p:nvPr>
        </p:nvSpPr>
        <p:spPr>
          <a:xfrm>
            <a:off x="9531099" y="152400"/>
            <a:ext cx="1800171" cy="365125"/>
          </a:xfrm>
        </p:spPr>
        <p:txBody>
          <a:bodyPr/>
          <a:lstStyle/>
          <a:p>
            <a:fld id="{F7F4CBCF-2EA5-5248-B352-49E9FE7B89CF}" type="datetime1">
              <a:rPr lang="en-US" smtClean="0"/>
              <a:t>12/12/2025</a:t>
            </a:fld>
            <a:endParaRPr lang="en-US"/>
          </a:p>
        </p:txBody>
      </p:sp>
      <p:sp>
        <p:nvSpPr>
          <p:cNvPr id="12" name="Slide Number Placeholder 11">
            <a:extLst>
              <a:ext uri="{FF2B5EF4-FFF2-40B4-BE49-F238E27FC236}">
                <a16:creationId xmlns:a16="http://schemas.microsoft.com/office/drawing/2014/main" id="{73F8FB25-49C8-A3FD-F32A-4C95B18F4A71}"/>
              </a:ext>
            </a:extLst>
          </p:cNvPr>
          <p:cNvSpPr>
            <a:spLocks noGrp="1"/>
          </p:cNvSpPr>
          <p:nvPr>
            <p:ph type="sldNum" sz="quarter" idx="12"/>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357190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bg1"/>
        </a:solidFill>
        <a:effectLst/>
      </p:bgPr>
    </p:bg>
    <p:spTree>
      <p:nvGrpSpPr>
        <p:cNvPr id="1" name=""/>
        <p:cNvGrpSpPr/>
        <p:nvPr/>
      </p:nvGrpSpPr>
      <p:grpSpPr>
        <a:xfrm>
          <a:off x="0" y="0"/>
          <a:ext cx="0" cy="0"/>
          <a:chOff x="0" y="0"/>
          <a:chExt cx="0" cy="0"/>
        </a:xfrm>
      </p:grpSpPr>
      <p:sp>
        <p:nvSpPr>
          <p:cNvPr id="19" name="Title Placeholder 1">
            <a:extLst>
              <a:ext uri="{FF2B5EF4-FFF2-40B4-BE49-F238E27FC236}">
                <a16:creationId xmlns:a16="http://schemas.microsoft.com/office/drawing/2014/main" id="{9E3969EE-7732-41DD-2DC3-A2E1AAB30881}"/>
              </a:ext>
            </a:extLst>
          </p:cNvPr>
          <p:cNvSpPr>
            <a:spLocks noGrp="1"/>
          </p:cNvSpPr>
          <p:nvPr>
            <p:ph type="title"/>
          </p:nvPr>
        </p:nvSpPr>
        <p:spPr>
          <a:xfrm>
            <a:off x="381000" y="691835"/>
            <a:ext cx="11429999" cy="755965"/>
          </a:xfrm>
          <a:prstGeom prst="rect">
            <a:avLst/>
          </a:prstGeom>
        </p:spPr>
        <p:txBody>
          <a:bodyPr vert="horz" lIns="91440" tIns="45720" rIns="91440" bIns="45720" rtlCol="0" anchor="t">
            <a:normAutofit/>
          </a:bodyPr>
          <a:lstStyle/>
          <a:p>
            <a:r>
              <a:rPr lang="en-US"/>
              <a:t>Click to edit Master title style</a:t>
            </a:r>
          </a:p>
        </p:txBody>
      </p:sp>
      <p:sp>
        <p:nvSpPr>
          <p:cNvPr id="18" name="Text Placeholder 2">
            <a:extLst>
              <a:ext uri="{FF2B5EF4-FFF2-40B4-BE49-F238E27FC236}">
                <a16:creationId xmlns:a16="http://schemas.microsoft.com/office/drawing/2014/main" id="{AEDD6D2F-5C2F-17BF-DEBA-0E6F06D22442}"/>
              </a:ext>
            </a:extLst>
          </p:cNvPr>
          <p:cNvSpPr>
            <a:spLocks noGrp="1"/>
          </p:cNvSpPr>
          <p:nvPr>
            <p:ph idx="1"/>
          </p:nvPr>
        </p:nvSpPr>
        <p:spPr>
          <a:xfrm>
            <a:off x="380999" y="1447799"/>
            <a:ext cx="11430000" cy="4718365"/>
          </a:xfrm>
          <a:prstGeom prst="rect">
            <a:avLst/>
          </a:prstGeom>
        </p:spPr>
        <p:txBody>
          <a:bodyPr vert="horz" lIns="91440" tIns="45720" rIns="91440" bIns="45720" rtlCol="0">
            <a:normAutofit/>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07626418-29B4-84BA-F111-4F7708DEFA8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29095984-255C-540F-7973-72A8D1E34440}"/>
              </a:ext>
            </a:extLst>
          </p:cNvPr>
          <p:cNvSpPr>
            <a:spLocks noGrp="1"/>
          </p:cNvSpPr>
          <p:nvPr>
            <p:ph type="dt" sz="half" idx="10"/>
          </p:nvPr>
        </p:nvSpPr>
        <p:spPr/>
        <p:txBody>
          <a:bodyPr/>
          <a:lstStyle/>
          <a:p>
            <a:fld id="{192DDA33-D578-2640-B42E-CEBF81697F81}" type="datetime1">
              <a:rPr lang="en-US" smtClean="0"/>
              <a:t>12/12/2025</a:t>
            </a:fld>
            <a:endParaRPr lang="en-US"/>
          </a:p>
        </p:txBody>
      </p:sp>
      <p:sp>
        <p:nvSpPr>
          <p:cNvPr id="7" name="Slide Number Placeholder 6">
            <a:extLst>
              <a:ext uri="{FF2B5EF4-FFF2-40B4-BE49-F238E27FC236}">
                <a16:creationId xmlns:a16="http://schemas.microsoft.com/office/drawing/2014/main" id="{72FF646D-D3BB-C299-5B27-DE0157DD1EB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bg1"/>
        </a:solidFill>
        <a:effectLst/>
      </p:bgPr>
    </p:bg>
    <p:spTree>
      <p:nvGrpSpPr>
        <p:cNvPr id="1" name=""/>
        <p:cNvGrpSpPr/>
        <p:nvPr/>
      </p:nvGrpSpPr>
      <p:grpSpPr>
        <a:xfrm>
          <a:off x="0" y="0"/>
          <a:ext cx="0" cy="0"/>
          <a:chOff x="0" y="0"/>
          <a:chExt cx="0" cy="0"/>
        </a:xfrm>
      </p:grpSpPr>
      <p:pic>
        <p:nvPicPr>
          <p:cNvPr id="13" name="Picture 12" descr="A blue and pink circle&#10;&#10;AI-generated content may be incorrect.">
            <a:extLst>
              <a:ext uri="{FF2B5EF4-FFF2-40B4-BE49-F238E27FC236}">
                <a16:creationId xmlns:a16="http://schemas.microsoft.com/office/drawing/2014/main" id="{4979ADD3-3B85-6E30-8DB1-0F520079451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34B30DE-00B6-8472-CB6C-5E980F9BDD72}"/>
              </a:ext>
            </a:extLst>
          </p:cNvPr>
          <p:cNvSpPr>
            <a:spLocks noGrp="1"/>
          </p:cNvSpPr>
          <p:nvPr>
            <p:ph type="ctrTitle"/>
          </p:nvPr>
        </p:nvSpPr>
        <p:spPr>
          <a:xfrm>
            <a:off x="381000" y="762000"/>
            <a:ext cx="11430000" cy="3657600"/>
          </a:xfrm>
        </p:spPr>
        <p:txBody>
          <a:bodyPr vert="horz" lIns="91440" tIns="45720" rIns="91440" bIns="45720" rtlCol="0" anchor="t">
            <a:normAutofit/>
          </a:bodyPr>
          <a:lstStyle>
            <a:lvl1pPr>
              <a:defRPr lang="en-US" sz="7800" dirty="0">
                <a:solidFill>
                  <a:schemeClr val="tx1"/>
                </a:solidFill>
              </a:defRPr>
            </a:lvl1pPr>
          </a:lstStyle>
          <a:p>
            <a:pPr lvl="0"/>
            <a:r>
              <a:rPr lang="en-US" dirty="0"/>
              <a:t>Click to edit Master title style</a:t>
            </a:r>
          </a:p>
        </p:txBody>
      </p:sp>
      <p:sp>
        <p:nvSpPr>
          <p:cNvPr id="9" name="Subtitle 2">
            <a:extLst>
              <a:ext uri="{FF2B5EF4-FFF2-40B4-BE49-F238E27FC236}">
                <a16:creationId xmlns:a16="http://schemas.microsoft.com/office/drawing/2014/main" id="{EC4BE864-9BF7-0A02-20CD-11179C631C06}"/>
              </a:ext>
            </a:extLst>
          </p:cNvPr>
          <p:cNvSpPr>
            <a:spLocks noGrp="1"/>
          </p:cNvSpPr>
          <p:nvPr>
            <p:ph type="subTitle" idx="1"/>
          </p:nvPr>
        </p:nvSpPr>
        <p:spPr>
          <a:xfrm>
            <a:off x="380999" y="4693206"/>
            <a:ext cx="11423901"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dirty="0"/>
              <a:t>Click to edit Master subtitle style</a:t>
            </a:r>
          </a:p>
        </p:txBody>
      </p:sp>
      <p:sp>
        <p:nvSpPr>
          <p:cNvPr id="6" name="Footer Placeholder 5">
            <a:extLst>
              <a:ext uri="{FF2B5EF4-FFF2-40B4-BE49-F238E27FC236}">
                <a16:creationId xmlns:a16="http://schemas.microsoft.com/office/drawing/2014/main" id="{A21ECD73-1101-370B-043E-9A05C96B37C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Date Placeholder 4">
            <a:extLst>
              <a:ext uri="{FF2B5EF4-FFF2-40B4-BE49-F238E27FC236}">
                <a16:creationId xmlns:a16="http://schemas.microsoft.com/office/drawing/2014/main" id="{C91AED54-AE01-C430-241C-8491E4DE3447}"/>
              </a:ext>
            </a:extLst>
          </p:cNvPr>
          <p:cNvSpPr>
            <a:spLocks noGrp="1"/>
          </p:cNvSpPr>
          <p:nvPr>
            <p:ph type="dt" sz="half" idx="10"/>
          </p:nvPr>
        </p:nvSpPr>
        <p:spPr/>
        <p:txBody>
          <a:bodyPr/>
          <a:lstStyle>
            <a:lvl1pPr>
              <a:defRPr>
                <a:solidFill>
                  <a:schemeClr val="tx1"/>
                </a:solidFill>
              </a:defRPr>
            </a:lvl1pPr>
          </a:lstStyle>
          <a:p>
            <a:fld id="{75D6F905-E9A0-F246-B3D1-2727C4EFD37F}" type="datetime1">
              <a:rPr lang="en-US" smtClean="0"/>
              <a:t>12/12/2025</a:t>
            </a:fld>
            <a:endParaRPr lang="en-US"/>
          </a:p>
        </p:txBody>
      </p:sp>
      <p:sp>
        <p:nvSpPr>
          <p:cNvPr id="10" name="Slide Number Placeholder 9">
            <a:extLst>
              <a:ext uri="{FF2B5EF4-FFF2-40B4-BE49-F238E27FC236}">
                <a16:creationId xmlns:a16="http://schemas.microsoft.com/office/drawing/2014/main" id="{9D2A2F3B-8AF0-A668-5A10-902D91ABB19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6" name="Picture 15" descr="A blue and pink gradient&#10;&#10;AI-generated content may be incorrect.">
            <a:extLst>
              <a:ext uri="{FF2B5EF4-FFF2-40B4-BE49-F238E27FC236}">
                <a16:creationId xmlns:a16="http://schemas.microsoft.com/office/drawing/2014/main" id="{C4E3A73A-08AC-E4D5-72D4-A52D01BE1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EA4B4CAF-A0E8-F09F-D6AB-040C9D9C0DF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828725B4-D968-BAAF-19B1-9A4719C72B48}"/>
              </a:ext>
            </a:extLst>
          </p:cNvPr>
          <p:cNvSpPr>
            <a:spLocks noGrp="1"/>
          </p:cNvSpPr>
          <p:nvPr>
            <p:ph type="ctrTitle"/>
          </p:nvPr>
        </p:nvSpPr>
        <p:spPr>
          <a:xfrm>
            <a:off x="609600" y="1215884"/>
            <a:ext cx="10972800" cy="2379013"/>
          </a:xfrm>
        </p:spPr>
        <p:txBody>
          <a:bodyPr anchor="b">
            <a:normAutofit/>
          </a:bodyPr>
          <a:lstStyle>
            <a:lvl1pPr algn="ctr">
              <a:defRPr sz="6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B61B9004-3C8A-9454-2377-0A58ADD11064}"/>
              </a:ext>
            </a:extLst>
          </p:cNvPr>
          <p:cNvSpPr>
            <a:spLocks noGrp="1"/>
          </p:cNvSpPr>
          <p:nvPr>
            <p:ph type="subTitle" idx="1"/>
          </p:nvPr>
        </p:nvSpPr>
        <p:spPr>
          <a:xfrm>
            <a:off x="1524000" y="3695090"/>
            <a:ext cx="9144000" cy="1029310"/>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A0D1CDF6-EB44-5678-B0EF-08B581B13232}"/>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261C10FD-386D-733D-548B-ABCCE0CD112E}"/>
              </a:ext>
            </a:extLst>
          </p:cNvPr>
          <p:cNvSpPr>
            <a:spLocks noGrp="1"/>
          </p:cNvSpPr>
          <p:nvPr>
            <p:ph type="dt" sz="half" idx="10"/>
          </p:nvPr>
        </p:nvSpPr>
        <p:spPr/>
        <p:txBody>
          <a:bodyPr/>
          <a:lstStyle>
            <a:lvl1pPr>
              <a:defRPr>
                <a:solidFill>
                  <a:schemeClr val="tx1"/>
                </a:solidFill>
              </a:defRPr>
            </a:lvl1pPr>
          </a:lstStyle>
          <a:p>
            <a:fld id="{55872412-C725-2842-8141-6F8DA99B275E}" type="datetime1">
              <a:rPr lang="en-US" smtClean="0"/>
              <a:t>12/12/2025</a:t>
            </a:fld>
            <a:endParaRPr lang="en-US"/>
          </a:p>
        </p:txBody>
      </p:sp>
      <p:sp>
        <p:nvSpPr>
          <p:cNvPr id="11" name="Slide Number Placeholder 10">
            <a:extLst>
              <a:ext uri="{FF2B5EF4-FFF2-40B4-BE49-F238E27FC236}">
                <a16:creationId xmlns:a16="http://schemas.microsoft.com/office/drawing/2014/main" id="{C99647C5-B8C9-C91C-8056-A758BA2C5D5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Picture 7" descr="A blurry image of a blue and pink gradient&#10;&#10;AI-generated content may be incorrect.">
            <a:extLst>
              <a:ext uri="{FF2B5EF4-FFF2-40B4-BE49-F238E27FC236}">
                <a16:creationId xmlns:a16="http://schemas.microsoft.com/office/drawing/2014/main" id="{DE9BAE23-5B02-7784-4C10-09E5C32B23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A453100-C9A1-0247-1B59-0CFA0C2BC0C1}"/>
              </a:ext>
            </a:extLst>
          </p:cNvPr>
          <p:cNvSpPr>
            <a:spLocks noGrp="1"/>
          </p:cNvSpPr>
          <p:nvPr>
            <p:ph type="ctrTitle"/>
          </p:nvPr>
        </p:nvSpPr>
        <p:spPr>
          <a:xfrm>
            <a:off x="381000" y="838200"/>
            <a:ext cx="11430000" cy="3657600"/>
          </a:xfrm>
        </p:spPr>
        <p:txBody>
          <a:bodyPr vert="horz" lIns="91440" tIns="45720" rIns="91440" bIns="45720" rtlCol="0" anchor="b">
            <a:normAutofit/>
          </a:bodyPr>
          <a:lstStyle>
            <a:lvl1pPr algn="r">
              <a:defRPr lang="en-US" sz="7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7143F882-C21D-9051-E025-9CB6D3A7255D}"/>
              </a:ext>
            </a:extLst>
          </p:cNvPr>
          <p:cNvSpPr>
            <a:spLocks noGrp="1"/>
          </p:cNvSpPr>
          <p:nvPr>
            <p:ph type="subTitle" idx="1"/>
          </p:nvPr>
        </p:nvSpPr>
        <p:spPr>
          <a:xfrm>
            <a:off x="380999" y="4522304"/>
            <a:ext cx="11423901" cy="1200698"/>
          </a:xfrm>
        </p:spPr>
        <p:txBody>
          <a:bodyPr vert="horz" lIns="91440" tIns="45720" rIns="91440" bIns="45720" rtlCol="0" anchor="t">
            <a:normAutofit/>
          </a:bodyPr>
          <a:lstStyle>
            <a:lvl1pPr marL="0" indent="0" algn="r">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2964A10-FC71-EA8C-A80C-6591AA1FBC4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69B2810-D299-45D4-10D3-829D813C5667}"/>
              </a:ext>
            </a:extLst>
          </p:cNvPr>
          <p:cNvSpPr>
            <a:spLocks noGrp="1"/>
          </p:cNvSpPr>
          <p:nvPr>
            <p:ph type="dt" sz="half" idx="10"/>
          </p:nvPr>
        </p:nvSpPr>
        <p:spPr/>
        <p:txBody>
          <a:bodyPr/>
          <a:lstStyle/>
          <a:p>
            <a:fld id="{93274EE0-8EE6-BB42-BF21-111D3EB8AA70}" type="datetime1">
              <a:rPr lang="en-US" smtClean="0"/>
              <a:t>12/12/2025</a:t>
            </a:fld>
            <a:endParaRPr lang="en-US"/>
          </a:p>
        </p:txBody>
      </p:sp>
      <p:sp>
        <p:nvSpPr>
          <p:cNvPr id="6" name="Slide Number Placeholder 5">
            <a:extLst>
              <a:ext uri="{FF2B5EF4-FFF2-40B4-BE49-F238E27FC236}">
                <a16:creationId xmlns:a16="http://schemas.microsoft.com/office/drawing/2014/main" id="{2ACA30D0-2A71-E8EE-55DA-B29C4CC84EB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bg1"/>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4DCEB9D3-E2CB-5A44-54CA-3B1A42C2DABE}"/>
              </a:ext>
            </a:extLst>
          </p:cNvPr>
          <p:cNvSpPr>
            <a:spLocks noGrp="1"/>
          </p:cNvSpPr>
          <p:nvPr>
            <p:ph type="pic" sz="quarter" idx="10"/>
          </p:nvPr>
        </p:nvSpPr>
        <p:spPr>
          <a:xfrm>
            <a:off x="152400" y="152401"/>
            <a:ext cx="11887200" cy="6553197"/>
          </a:xfrm>
          <a:custGeom>
            <a:avLst/>
            <a:gdLst>
              <a:gd name="connsiteX0" fmla="*/ 349231 w 11887200"/>
              <a:gd name="connsiteY0" fmla="*/ 0 h 6553197"/>
              <a:gd name="connsiteX1" fmla="*/ 5672697 w 11887200"/>
              <a:gd name="connsiteY1" fmla="*/ 0 h 6553197"/>
              <a:gd name="connsiteX2" fmla="*/ 5727277 w 11887200"/>
              <a:gd name="connsiteY2" fmla="*/ 5502 h 6553197"/>
              <a:gd name="connsiteX3" fmla="*/ 5943600 w 11887200"/>
              <a:gd name="connsiteY3" fmla="*/ 270922 h 6553197"/>
              <a:gd name="connsiteX4" fmla="*/ 6214523 w 11887200"/>
              <a:gd name="connsiteY4" fmla="*/ 541844 h 6553197"/>
              <a:gd name="connsiteX5" fmla="*/ 11537950 w 11887200"/>
              <a:gd name="connsiteY5" fmla="*/ 541845 h 6553197"/>
              <a:gd name="connsiteX6" fmla="*/ 11887200 w 11887200"/>
              <a:gd name="connsiteY6" fmla="*/ 891094 h 6553197"/>
              <a:gd name="connsiteX7" fmla="*/ 11887200 w 11887200"/>
              <a:gd name="connsiteY7" fmla="*/ 6203948 h 6553197"/>
              <a:gd name="connsiteX8" fmla="*/ 11537950 w 11887200"/>
              <a:gd name="connsiteY8" fmla="*/ 6553197 h 6553197"/>
              <a:gd name="connsiteX9" fmla="*/ 7664450 w 11887200"/>
              <a:gd name="connsiteY9" fmla="*/ 6553197 h 6553197"/>
              <a:gd name="connsiteX10" fmla="*/ 7315200 w 11887200"/>
              <a:gd name="connsiteY10" fmla="*/ 6203948 h 6553197"/>
              <a:gd name="connsiteX11" fmla="*/ 7315200 w 11887200"/>
              <a:gd name="connsiteY11" fmla="*/ 4548693 h 6553197"/>
              <a:gd name="connsiteX12" fmla="*/ 6965950 w 11887200"/>
              <a:gd name="connsiteY12" fmla="*/ 4199443 h 6553197"/>
              <a:gd name="connsiteX13" fmla="*/ 349250 w 11887200"/>
              <a:gd name="connsiteY13" fmla="*/ 4199443 h 6553197"/>
              <a:gd name="connsiteX14" fmla="*/ 0 w 11887200"/>
              <a:gd name="connsiteY14" fmla="*/ 3850193 h 6553197"/>
              <a:gd name="connsiteX15" fmla="*/ 0 w 11887200"/>
              <a:gd name="connsiteY15" fmla="*/ 349248 h 6553197"/>
              <a:gd name="connsiteX16" fmla="*/ 278864 w 11887200"/>
              <a:gd name="connsiteY16" fmla="*/ 7094 h 655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87200" h="6553197">
                <a:moveTo>
                  <a:pt x="349231" y="0"/>
                </a:moveTo>
                <a:lnTo>
                  <a:pt x="5672697" y="0"/>
                </a:lnTo>
                <a:lnTo>
                  <a:pt x="5727277" y="5502"/>
                </a:lnTo>
                <a:cubicBezTo>
                  <a:pt x="5850732" y="30765"/>
                  <a:pt x="5943600" y="139999"/>
                  <a:pt x="5943600" y="270922"/>
                </a:cubicBezTo>
                <a:cubicBezTo>
                  <a:pt x="5943600" y="420548"/>
                  <a:pt x="6064898" y="541844"/>
                  <a:pt x="6214523" y="541844"/>
                </a:cubicBezTo>
                <a:lnTo>
                  <a:pt x="11537950" y="541845"/>
                </a:lnTo>
                <a:cubicBezTo>
                  <a:pt x="11730863" y="541845"/>
                  <a:pt x="11887200" y="698212"/>
                  <a:pt x="11887200" y="891094"/>
                </a:cubicBezTo>
                <a:lnTo>
                  <a:pt x="11887200" y="6203948"/>
                </a:lnTo>
                <a:cubicBezTo>
                  <a:pt x="11887200" y="6396861"/>
                  <a:pt x="11730863" y="6553197"/>
                  <a:pt x="11537950" y="6553197"/>
                </a:cubicBezTo>
                <a:lnTo>
                  <a:pt x="7664450" y="6553197"/>
                </a:lnTo>
                <a:cubicBezTo>
                  <a:pt x="7471537" y="6553197"/>
                  <a:pt x="7315200" y="6396861"/>
                  <a:pt x="7315200" y="6203948"/>
                </a:cubicBezTo>
                <a:lnTo>
                  <a:pt x="7315200" y="4548693"/>
                </a:lnTo>
                <a:cubicBezTo>
                  <a:pt x="7315200" y="4355806"/>
                  <a:pt x="7158863" y="4199443"/>
                  <a:pt x="6965950" y="4199443"/>
                </a:cubicBezTo>
                <a:lnTo>
                  <a:pt x="349250" y="4199443"/>
                </a:lnTo>
                <a:cubicBezTo>
                  <a:pt x="156365" y="4199443"/>
                  <a:pt x="0" y="4043081"/>
                  <a:pt x="0" y="3850193"/>
                </a:cubicBezTo>
                <a:lnTo>
                  <a:pt x="0" y="349248"/>
                </a:lnTo>
                <a:cubicBezTo>
                  <a:pt x="0" y="180474"/>
                  <a:pt x="119717" y="39660"/>
                  <a:pt x="278864" y="7094"/>
                </a:cubicBezTo>
                <a:close/>
              </a:path>
            </a:pathLst>
          </a:custGeom>
          <a:blipFill>
            <a:blip r:embed="rId2" cstate="email">
              <a:alphaModFix amt="60000"/>
              <a:extLst>
                <a:ext uri="{28A0092B-C50C-407E-A947-70E740481C1C}">
                  <a14:useLocalDpi xmlns:a14="http://schemas.microsoft.com/office/drawing/2010/main"/>
                </a:ext>
              </a:extLst>
            </a:blip>
            <a:stretch>
              <a:fillRect/>
            </a:stretch>
          </a:blipFill>
        </p:spPr>
        <p:txBody>
          <a:bodyPr wrap="square">
            <a:noAutofit/>
          </a:bodyPr>
          <a:lstStyle/>
          <a:p>
            <a:endParaRPr lang="en-US"/>
          </a:p>
        </p:txBody>
      </p:sp>
      <p:sp>
        <p:nvSpPr>
          <p:cNvPr id="4" name="Title 1">
            <a:extLst>
              <a:ext uri="{FF2B5EF4-FFF2-40B4-BE49-F238E27FC236}">
                <a16:creationId xmlns:a16="http://schemas.microsoft.com/office/drawing/2014/main" id="{76EEAF27-D94E-F4D8-599C-5544E29AAA4E}"/>
              </a:ext>
            </a:extLst>
          </p:cNvPr>
          <p:cNvSpPr>
            <a:spLocks noGrp="1"/>
          </p:cNvSpPr>
          <p:nvPr>
            <p:ph type="ctrTitle"/>
          </p:nvPr>
        </p:nvSpPr>
        <p:spPr>
          <a:xfrm>
            <a:off x="381000" y="4876800"/>
            <a:ext cx="6629400" cy="914400"/>
          </a:xfrm>
        </p:spPr>
        <p:txBody>
          <a:bodyPr vert="horz" lIns="91440" tIns="45720" rIns="91440" bIns="45720" rtlCol="0" anchor="b">
            <a:normAutofit/>
          </a:bodyPr>
          <a:lstStyle>
            <a:lvl1pPr>
              <a:defRPr lang="en-US" sz="5000" dirty="0"/>
            </a:lvl1pPr>
          </a:lstStyle>
          <a:p>
            <a:pPr lvl="0"/>
            <a:r>
              <a:rPr lang="en-US"/>
              <a:t>Click to edit Master title style</a:t>
            </a:r>
          </a:p>
        </p:txBody>
      </p:sp>
      <p:sp>
        <p:nvSpPr>
          <p:cNvPr id="6" name="Subtitle 2">
            <a:extLst>
              <a:ext uri="{FF2B5EF4-FFF2-40B4-BE49-F238E27FC236}">
                <a16:creationId xmlns:a16="http://schemas.microsoft.com/office/drawing/2014/main" id="{E2AD91C1-AABA-5486-26F6-705AEBE1A0FC}"/>
              </a:ext>
            </a:extLst>
          </p:cNvPr>
          <p:cNvSpPr>
            <a:spLocks noGrp="1"/>
          </p:cNvSpPr>
          <p:nvPr>
            <p:ph type="subTitle" idx="1"/>
          </p:nvPr>
        </p:nvSpPr>
        <p:spPr>
          <a:xfrm>
            <a:off x="381000" y="5791200"/>
            <a:ext cx="6629400" cy="533400"/>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23" name="Footer Placeholder 10">
            <a:extLst>
              <a:ext uri="{FF2B5EF4-FFF2-40B4-BE49-F238E27FC236}">
                <a16:creationId xmlns:a16="http://schemas.microsoft.com/office/drawing/2014/main" id="{03310A58-9218-F5EC-4604-561F50426E39}"/>
              </a:ext>
            </a:extLst>
          </p:cNvPr>
          <p:cNvSpPr>
            <a:spLocks noGrp="1"/>
          </p:cNvSpPr>
          <p:nvPr>
            <p:ph type="ftr" sz="quarter" idx="12"/>
          </p:nvPr>
        </p:nvSpPr>
        <p:spPr>
          <a:xfrm>
            <a:off x="6280176" y="152400"/>
            <a:ext cx="3200400" cy="365125"/>
          </a:xfrm>
        </p:spPr>
        <p:txBody>
          <a:bodyPr/>
          <a:lstStyle/>
          <a:p>
            <a:r>
              <a:rPr lang="en-US"/>
              <a:t>Sample Footer Text</a:t>
            </a:r>
          </a:p>
        </p:txBody>
      </p:sp>
      <p:sp>
        <p:nvSpPr>
          <p:cNvPr id="22" name="Date Placeholder 5">
            <a:extLst>
              <a:ext uri="{FF2B5EF4-FFF2-40B4-BE49-F238E27FC236}">
                <a16:creationId xmlns:a16="http://schemas.microsoft.com/office/drawing/2014/main" id="{2DA21EAE-6045-3E9B-D31B-4AC9A3A61CE5}"/>
              </a:ext>
            </a:extLst>
          </p:cNvPr>
          <p:cNvSpPr>
            <a:spLocks noGrp="1"/>
          </p:cNvSpPr>
          <p:nvPr>
            <p:ph type="dt" sz="half" idx="11"/>
          </p:nvPr>
        </p:nvSpPr>
        <p:spPr>
          <a:xfrm>
            <a:off x="9531099" y="152400"/>
            <a:ext cx="1800171" cy="365125"/>
          </a:xfrm>
        </p:spPr>
        <p:txBody>
          <a:bodyPr/>
          <a:lstStyle/>
          <a:p>
            <a:fld id="{5A7D64F7-0C7B-1B47-9658-E887339B9A70}" type="datetime1">
              <a:rPr lang="en-US" smtClean="0"/>
              <a:t>12/12/2025</a:t>
            </a:fld>
            <a:endParaRPr lang="en-US"/>
          </a:p>
        </p:txBody>
      </p:sp>
      <p:sp>
        <p:nvSpPr>
          <p:cNvPr id="24" name="Slide Number Placeholder 11">
            <a:extLst>
              <a:ext uri="{FF2B5EF4-FFF2-40B4-BE49-F238E27FC236}">
                <a16:creationId xmlns:a16="http://schemas.microsoft.com/office/drawing/2014/main" id="{22C589B9-597D-55C7-FAFE-05660F35D677}"/>
              </a:ext>
            </a:extLst>
          </p:cNvPr>
          <p:cNvSpPr>
            <a:spLocks noGrp="1"/>
          </p:cNvSpPr>
          <p:nvPr>
            <p:ph type="sldNum" sz="quarter" idx="13"/>
          </p:nvPr>
        </p:nvSpPr>
        <p:spPr>
          <a:xfrm>
            <a:off x="11381793" y="152400"/>
            <a:ext cx="429207"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D81ECD-75EA-ADAF-3DF5-385A64329A6E}"/>
              </a:ext>
            </a:extLst>
          </p:cNvPr>
          <p:cNvSpPr>
            <a:spLocks noGrp="1"/>
          </p:cNvSpPr>
          <p:nvPr>
            <p:ph type="ctrTitle"/>
          </p:nvPr>
        </p:nvSpPr>
        <p:spPr>
          <a:xfrm>
            <a:off x="7010400" y="1371597"/>
            <a:ext cx="4800600" cy="2845567"/>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8" name="Subtitle 2">
            <a:extLst>
              <a:ext uri="{FF2B5EF4-FFF2-40B4-BE49-F238E27FC236}">
                <a16:creationId xmlns:a16="http://schemas.microsoft.com/office/drawing/2014/main" id="{BE92A243-44D0-242D-CFED-E6D548373BD1}"/>
              </a:ext>
            </a:extLst>
          </p:cNvPr>
          <p:cNvSpPr>
            <a:spLocks noGrp="1"/>
          </p:cNvSpPr>
          <p:nvPr>
            <p:ph type="subTitle" idx="1"/>
          </p:nvPr>
        </p:nvSpPr>
        <p:spPr>
          <a:xfrm>
            <a:off x="7004304" y="4363278"/>
            <a:ext cx="4800600"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C81FF1C8-D50B-713C-E78E-43102F0D727A}"/>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13" name="Footer Placeholder 12">
            <a:extLst>
              <a:ext uri="{FF2B5EF4-FFF2-40B4-BE49-F238E27FC236}">
                <a16:creationId xmlns:a16="http://schemas.microsoft.com/office/drawing/2014/main" id="{C17FD179-595A-DFC0-6FEF-70179B771151}"/>
              </a:ext>
            </a:extLst>
          </p:cNvPr>
          <p:cNvSpPr>
            <a:spLocks noGrp="1"/>
          </p:cNvSpPr>
          <p:nvPr>
            <p:ph type="ftr" sz="quarter" idx="17"/>
          </p:nvPr>
        </p:nvSpPr>
        <p:spPr>
          <a:xfrm>
            <a:off x="381000" y="6347057"/>
            <a:ext cx="2514600" cy="365125"/>
          </a:xfrm>
        </p:spPr>
        <p:txBody>
          <a:bodyPr/>
          <a:lstStyle/>
          <a:p>
            <a:r>
              <a:rPr lang="en-US"/>
              <a:t>Sample Footer Text</a:t>
            </a:r>
          </a:p>
        </p:txBody>
      </p:sp>
      <p:sp>
        <p:nvSpPr>
          <p:cNvPr id="12" name="Date Placeholder 11">
            <a:extLst>
              <a:ext uri="{FF2B5EF4-FFF2-40B4-BE49-F238E27FC236}">
                <a16:creationId xmlns:a16="http://schemas.microsoft.com/office/drawing/2014/main" id="{25DD1448-E731-051E-1681-77A911C310CC}"/>
              </a:ext>
            </a:extLst>
          </p:cNvPr>
          <p:cNvSpPr>
            <a:spLocks noGrp="1"/>
          </p:cNvSpPr>
          <p:nvPr>
            <p:ph type="dt" sz="half" idx="16"/>
          </p:nvPr>
        </p:nvSpPr>
        <p:spPr/>
        <p:txBody>
          <a:bodyPr/>
          <a:lstStyle/>
          <a:p>
            <a:fld id="{D3CD07D3-1C6A-7243-B247-92FB4862F8B6}" type="datetime1">
              <a:rPr lang="en-US" smtClean="0"/>
              <a:t>12/12/2025</a:t>
            </a:fld>
            <a:endParaRPr lang="en-US"/>
          </a:p>
        </p:txBody>
      </p:sp>
      <p:sp>
        <p:nvSpPr>
          <p:cNvPr id="14" name="Slide Number Placeholder 13">
            <a:extLst>
              <a:ext uri="{FF2B5EF4-FFF2-40B4-BE49-F238E27FC236}">
                <a16:creationId xmlns:a16="http://schemas.microsoft.com/office/drawing/2014/main" id="{EFF5DB76-0219-76D2-80FA-63D615A9A10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D948CE-769F-7D67-4E7B-1B9EDECCEC8A}"/>
              </a:ext>
            </a:extLst>
          </p:cNvPr>
          <p:cNvSpPr>
            <a:spLocks noGrp="1"/>
          </p:cNvSpPr>
          <p:nvPr>
            <p:ph type="ctrTitle"/>
          </p:nvPr>
        </p:nvSpPr>
        <p:spPr>
          <a:xfrm>
            <a:off x="381000" y="1371597"/>
            <a:ext cx="4800600" cy="284556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8" name="Subtitle 2">
            <a:extLst>
              <a:ext uri="{FF2B5EF4-FFF2-40B4-BE49-F238E27FC236}">
                <a16:creationId xmlns:a16="http://schemas.microsoft.com/office/drawing/2014/main" id="{87D90BD9-1CD9-8EA4-6145-FDBD4F0BA3DF}"/>
              </a:ext>
            </a:extLst>
          </p:cNvPr>
          <p:cNvSpPr>
            <a:spLocks noGrp="1"/>
          </p:cNvSpPr>
          <p:nvPr>
            <p:ph type="subTitle" idx="1"/>
          </p:nvPr>
        </p:nvSpPr>
        <p:spPr>
          <a:xfrm>
            <a:off x="381000" y="4363278"/>
            <a:ext cx="4800599" cy="1123122"/>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2" name="Picture Placeholder 1">
            <a:extLst>
              <a:ext uri="{FF2B5EF4-FFF2-40B4-BE49-F238E27FC236}">
                <a16:creationId xmlns:a16="http://schemas.microsoft.com/office/drawing/2014/main" id="{2F60966E-F060-05E7-54E1-129C2360EC95}"/>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4" name="Footer Placeholder 3">
            <a:extLst>
              <a:ext uri="{FF2B5EF4-FFF2-40B4-BE49-F238E27FC236}">
                <a16:creationId xmlns:a16="http://schemas.microsoft.com/office/drawing/2014/main" id="{E7491524-50CE-AA56-089E-9B0375F36DFB}"/>
              </a:ext>
            </a:extLst>
          </p:cNvPr>
          <p:cNvSpPr>
            <a:spLocks noGrp="1"/>
          </p:cNvSpPr>
          <p:nvPr>
            <p:ph type="ftr" sz="quarter" idx="17"/>
          </p:nvPr>
        </p:nvSpPr>
        <p:spPr/>
        <p:txBody>
          <a:bodyPr/>
          <a:lstStyle/>
          <a:p>
            <a:r>
              <a:rPr lang="en-US"/>
              <a:t>Sample Footer Text</a:t>
            </a:r>
          </a:p>
        </p:txBody>
      </p:sp>
      <p:sp>
        <p:nvSpPr>
          <p:cNvPr id="3" name="Date Placeholder 2">
            <a:extLst>
              <a:ext uri="{FF2B5EF4-FFF2-40B4-BE49-F238E27FC236}">
                <a16:creationId xmlns:a16="http://schemas.microsoft.com/office/drawing/2014/main" id="{FED9980E-D0D3-04C2-5215-3DDF66399951}"/>
              </a:ext>
            </a:extLst>
          </p:cNvPr>
          <p:cNvSpPr>
            <a:spLocks noGrp="1"/>
          </p:cNvSpPr>
          <p:nvPr>
            <p:ph type="dt" sz="half" idx="16"/>
          </p:nvPr>
        </p:nvSpPr>
        <p:spPr/>
        <p:txBody>
          <a:bodyPr/>
          <a:lstStyle/>
          <a:p>
            <a:fld id="{A6261448-4908-0A47-BB1E-F6B7BED9DDE3}" type="datetime1">
              <a:rPr lang="en-US" smtClean="0"/>
              <a:t>12/12/2025</a:t>
            </a:fld>
            <a:endParaRPr lang="en-US"/>
          </a:p>
        </p:txBody>
      </p:sp>
      <p:sp>
        <p:nvSpPr>
          <p:cNvPr id="5" name="Slide Number Placeholder 4">
            <a:extLst>
              <a:ext uri="{FF2B5EF4-FFF2-40B4-BE49-F238E27FC236}">
                <a16:creationId xmlns:a16="http://schemas.microsoft.com/office/drawing/2014/main" id="{E33B3FA2-A8FD-6297-22D8-5014419EBEA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15" name="Picture 14" descr="A blue and pink background&#10;&#10;AI-generated content may be incorrect.">
            <a:extLst>
              <a:ext uri="{FF2B5EF4-FFF2-40B4-BE49-F238E27FC236}">
                <a16:creationId xmlns:a16="http://schemas.microsoft.com/office/drawing/2014/main" id="{28646D54-8A43-A2E9-D6C2-B05BA88192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7" name="Graphic 3">
            <a:extLst>
              <a:ext uri="{FF2B5EF4-FFF2-40B4-BE49-F238E27FC236}">
                <a16:creationId xmlns:a16="http://schemas.microsoft.com/office/drawing/2014/main" id="{017BF504-9DEC-0719-1E19-51CE27348830}"/>
              </a:ext>
            </a:extLst>
          </p:cNvPr>
          <p:cNvSpPr/>
          <p:nvPr/>
        </p:nvSpPr>
        <p:spPr>
          <a:xfrm>
            <a:off x="1537" y="5315"/>
            <a:ext cx="12185639" cy="6851669"/>
          </a:xfrm>
          <a:custGeom>
            <a:avLst/>
            <a:gdLst>
              <a:gd name="connsiteX0" fmla="*/ 12185639 w 12185639"/>
              <a:gd name="connsiteY0" fmla="*/ 6851669 h 6851669"/>
              <a:gd name="connsiteX1" fmla="*/ 0 w 12185639"/>
              <a:gd name="connsiteY1" fmla="*/ 6851669 h 6851669"/>
              <a:gd name="connsiteX2" fmla="*/ 0 w 12185639"/>
              <a:gd name="connsiteY2" fmla="*/ 0 h 6851669"/>
              <a:gd name="connsiteX3" fmla="*/ 12185639 w 12185639"/>
              <a:gd name="connsiteY3" fmla="*/ 0 h 6851669"/>
              <a:gd name="connsiteX4" fmla="*/ 12185639 w 12185639"/>
              <a:gd name="connsiteY4" fmla="*/ 6851669 h 6851669"/>
              <a:gd name="connsiteX5" fmla="*/ 501389 w 12185639"/>
              <a:gd name="connsiteY5" fmla="*/ 152259 h 6851669"/>
              <a:gd name="connsiteX6" fmla="*/ 152321 w 12185639"/>
              <a:gd name="connsiteY6" fmla="*/ 501186 h 6851669"/>
              <a:gd name="connsiteX7" fmla="*/ 152321 w 12185639"/>
              <a:gd name="connsiteY7" fmla="*/ 6350484 h 6851669"/>
              <a:gd name="connsiteX8" fmla="*/ 501389 w 12185639"/>
              <a:gd name="connsiteY8" fmla="*/ 6699410 h 6851669"/>
              <a:gd name="connsiteX9" fmla="*/ 11684250 w 12185639"/>
              <a:gd name="connsiteY9" fmla="*/ 6699410 h 6851669"/>
              <a:gd name="connsiteX10" fmla="*/ 12033319 w 12185639"/>
              <a:gd name="connsiteY10" fmla="*/ 6350484 h 6851669"/>
              <a:gd name="connsiteX11" fmla="*/ 12033319 w 12185639"/>
              <a:gd name="connsiteY11" fmla="*/ 1042531 h 6851669"/>
              <a:gd name="connsiteX12" fmla="*/ 11684250 w 12185639"/>
              <a:gd name="connsiteY12" fmla="*/ 693604 h 6851669"/>
              <a:gd name="connsiteX13" fmla="*/ 6363626 w 12185639"/>
              <a:gd name="connsiteY13" fmla="*/ 693604 h 6851669"/>
              <a:gd name="connsiteX14" fmla="*/ 6092914 w 12185639"/>
              <a:gd name="connsiteY14" fmla="*/ 429920 h 6851669"/>
              <a:gd name="connsiteX15" fmla="*/ 6092743 w 12185639"/>
              <a:gd name="connsiteY15" fmla="*/ 415943 h 6851669"/>
              <a:gd name="connsiteX16" fmla="*/ 5822044 w 12185639"/>
              <a:gd name="connsiteY16" fmla="*/ 152259 h 6851669"/>
              <a:gd name="connsiteX17" fmla="*/ 501389 w 12185639"/>
              <a:gd name="connsiteY17" fmla="*/ 152259 h 685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85639" h="6851669">
                <a:moveTo>
                  <a:pt x="12185639" y="6851669"/>
                </a:moveTo>
                <a:lnTo>
                  <a:pt x="0" y="6851669"/>
                </a:lnTo>
                <a:lnTo>
                  <a:pt x="0" y="0"/>
                </a:lnTo>
                <a:lnTo>
                  <a:pt x="12185639" y="0"/>
                </a:lnTo>
                <a:lnTo>
                  <a:pt x="12185639" y="6851669"/>
                </a:lnTo>
                <a:close/>
                <a:moveTo>
                  <a:pt x="501389" y="152259"/>
                </a:moveTo>
                <a:cubicBezTo>
                  <a:pt x="308604" y="152259"/>
                  <a:pt x="152321" y="308479"/>
                  <a:pt x="152321" y="501186"/>
                </a:cubicBezTo>
                <a:lnTo>
                  <a:pt x="152321" y="6350484"/>
                </a:lnTo>
                <a:cubicBezTo>
                  <a:pt x="152321" y="6543154"/>
                  <a:pt x="308604" y="6699410"/>
                  <a:pt x="501389" y="6699410"/>
                </a:cubicBezTo>
                <a:lnTo>
                  <a:pt x="11684250" y="6699410"/>
                </a:lnTo>
                <a:cubicBezTo>
                  <a:pt x="11877063" y="6699410"/>
                  <a:pt x="12033319" y="6543154"/>
                  <a:pt x="12033319" y="6350484"/>
                </a:cubicBezTo>
                <a:lnTo>
                  <a:pt x="12033319" y="1042531"/>
                </a:lnTo>
                <a:cubicBezTo>
                  <a:pt x="12033319" y="849822"/>
                  <a:pt x="11877063" y="693604"/>
                  <a:pt x="11684250" y="693604"/>
                </a:cubicBezTo>
                <a:lnTo>
                  <a:pt x="6363626" y="693604"/>
                </a:lnTo>
                <a:cubicBezTo>
                  <a:pt x="6216396" y="693604"/>
                  <a:pt x="6096621" y="576178"/>
                  <a:pt x="6092914" y="429920"/>
                </a:cubicBezTo>
                <a:lnTo>
                  <a:pt x="6092743" y="415943"/>
                </a:lnTo>
                <a:cubicBezTo>
                  <a:pt x="6089030" y="269684"/>
                  <a:pt x="5969255" y="152259"/>
                  <a:pt x="5822044" y="152259"/>
                </a:cubicBezTo>
                <a:lnTo>
                  <a:pt x="501389" y="152259"/>
                </a:lnTo>
                <a:close/>
              </a:path>
            </a:pathLst>
          </a:custGeom>
          <a:solidFill>
            <a:schemeClr val="bg1"/>
          </a:solidFill>
          <a:ln w="6347" cap="flat">
            <a:noFill/>
            <a:prstDash val="solid"/>
            <a:miter/>
          </a:ln>
        </p:spPr>
        <p:txBody>
          <a:bodyPr rtlCol="0" anchor="ctr"/>
          <a:lstStyle/>
          <a:p>
            <a:endParaRPr lang="en-US"/>
          </a:p>
        </p:txBody>
      </p:sp>
      <p:sp>
        <p:nvSpPr>
          <p:cNvPr id="8" name="Title 1">
            <a:extLst>
              <a:ext uri="{FF2B5EF4-FFF2-40B4-BE49-F238E27FC236}">
                <a16:creationId xmlns:a16="http://schemas.microsoft.com/office/drawing/2014/main" id="{AAA6AA80-3C0A-7F94-0F87-BBBE96ADFF68}"/>
              </a:ext>
            </a:extLst>
          </p:cNvPr>
          <p:cNvSpPr>
            <a:spLocks noGrp="1"/>
          </p:cNvSpPr>
          <p:nvPr>
            <p:ph type="ctrTitle" hasCustomPrompt="1"/>
          </p:nvPr>
        </p:nvSpPr>
        <p:spPr>
          <a:xfrm>
            <a:off x="609600" y="1600200"/>
            <a:ext cx="100584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6" name="Footer Placeholder 10">
            <a:extLst>
              <a:ext uri="{FF2B5EF4-FFF2-40B4-BE49-F238E27FC236}">
                <a16:creationId xmlns:a16="http://schemas.microsoft.com/office/drawing/2014/main" id="{5FC6C00E-827D-90CD-FFF6-1EF511FD6F2B}"/>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endParaRPr lang="en-US">
              <a:solidFill>
                <a:schemeClr val="tx1"/>
              </a:solidFill>
            </a:endParaRPr>
          </a:p>
        </p:txBody>
      </p:sp>
      <p:sp>
        <p:nvSpPr>
          <p:cNvPr id="5" name="Date Placeholder 5">
            <a:extLst>
              <a:ext uri="{FF2B5EF4-FFF2-40B4-BE49-F238E27FC236}">
                <a16:creationId xmlns:a16="http://schemas.microsoft.com/office/drawing/2014/main" id="{1C8E1852-313B-67B6-28F9-5F38A94B1E81}"/>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52EC4BBC-FFA2-B54E-847D-F2577F1B8D0A}" type="datetime1">
              <a:rPr lang="en-US" smtClean="0"/>
              <a:pPr/>
              <a:t>12/12/2025</a:t>
            </a:fld>
            <a:endParaRPr lang="en-US"/>
          </a:p>
        </p:txBody>
      </p:sp>
      <p:sp>
        <p:nvSpPr>
          <p:cNvPr id="9" name="Slide Number Placeholder 11">
            <a:extLst>
              <a:ext uri="{FF2B5EF4-FFF2-40B4-BE49-F238E27FC236}">
                <a16:creationId xmlns:a16="http://schemas.microsoft.com/office/drawing/2014/main" id="{9F6C9A12-D05B-EE84-C2D4-548E5E2732E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0965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pic>
        <p:nvPicPr>
          <p:cNvPr id="14" name="Picture 13" descr="A blurry image of a blue and pink color&#10;&#10;AI-generated content may be incorrect.">
            <a:extLst>
              <a:ext uri="{FF2B5EF4-FFF2-40B4-BE49-F238E27FC236}">
                <a16:creationId xmlns:a16="http://schemas.microsoft.com/office/drawing/2014/main" id="{E8AEC1E5-A1B0-5F0D-7E91-B99164B66A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sp>
        <p:nvSpPr>
          <p:cNvPr id="4" name="Title 1">
            <a:extLst>
              <a:ext uri="{FF2B5EF4-FFF2-40B4-BE49-F238E27FC236}">
                <a16:creationId xmlns:a16="http://schemas.microsoft.com/office/drawing/2014/main" id="{1AC02B19-E76A-5F06-CC78-E185C785940F}"/>
              </a:ext>
            </a:extLst>
          </p:cNvPr>
          <p:cNvSpPr>
            <a:spLocks noGrp="1"/>
          </p:cNvSpPr>
          <p:nvPr>
            <p:ph type="ctrTitle" hasCustomPrompt="1"/>
          </p:nvPr>
        </p:nvSpPr>
        <p:spPr>
          <a:xfrm>
            <a:off x="381000" y="1600200"/>
            <a:ext cx="11430000" cy="4572000"/>
          </a:xfrm>
        </p:spPr>
        <p:txBody>
          <a:bodyPr vert="horz" lIns="91440" tIns="45720" rIns="91440" bIns="45720" rtlCol="0" anchor="b">
            <a:normAutofit/>
          </a:bodyPr>
          <a:lstStyle>
            <a:lvl1pPr>
              <a:lnSpc>
                <a:spcPct val="75000"/>
              </a:lnSpc>
              <a:defRPr lang="en-US" sz="8600" cap="none" baseline="0" dirty="0">
                <a:solidFill>
                  <a:schemeClr val="tx1"/>
                </a:solidFill>
              </a:defRPr>
            </a:lvl1pPr>
          </a:lstStyle>
          <a:p>
            <a:pPr lvl="0"/>
            <a:r>
              <a:rPr lang="en-US"/>
              <a:t>Section Header</a:t>
            </a:r>
          </a:p>
        </p:txBody>
      </p:sp>
      <p:sp>
        <p:nvSpPr>
          <p:cNvPr id="5" name="Footer Placeholder 4">
            <a:extLst>
              <a:ext uri="{FF2B5EF4-FFF2-40B4-BE49-F238E27FC236}">
                <a16:creationId xmlns:a16="http://schemas.microsoft.com/office/drawing/2014/main" id="{78F6BEA5-7812-E1C8-AD3A-DE3629179E0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A3B1F3F-0C8E-5A7A-475A-00F1006A7B31}"/>
              </a:ext>
            </a:extLst>
          </p:cNvPr>
          <p:cNvSpPr>
            <a:spLocks noGrp="1"/>
          </p:cNvSpPr>
          <p:nvPr>
            <p:ph type="dt" sz="half" idx="10"/>
          </p:nvPr>
        </p:nvSpPr>
        <p:spPr/>
        <p:txBody>
          <a:bodyPr/>
          <a:lstStyle>
            <a:lvl1pPr>
              <a:defRPr>
                <a:solidFill>
                  <a:schemeClr val="tx1"/>
                </a:solidFill>
              </a:defRPr>
            </a:lvl1pPr>
          </a:lstStyle>
          <a:p>
            <a:fld id="{5E18E063-8567-3D4A-98A7-68096F5E3E81}" type="datetime1">
              <a:rPr lang="en-US" smtClean="0"/>
              <a:pPr/>
              <a:t>12/12/2025</a:t>
            </a:fld>
            <a:endParaRPr lang="en-US"/>
          </a:p>
        </p:txBody>
      </p:sp>
      <p:sp>
        <p:nvSpPr>
          <p:cNvPr id="6" name="Slide Number Placeholder 5">
            <a:extLst>
              <a:ext uri="{FF2B5EF4-FFF2-40B4-BE49-F238E27FC236}">
                <a16:creationId xmlns:a16="http://schemas.microsoft.com/office/drawing/2014/main" id="{9435B1E7-7CF5-B0DF-C56E-203939E591D7}"/>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520384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1A1411-1618-7B55-6F05-E4292F281D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C3F75D9-C1DA-5E09-7705-E8EDCDDEEF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0" y="0"/>
            <a:ext cx="12192000" cy="6858000"/>
          </a:xfrm>
          <a:prstGeom prst="rect">
            <a:avLst/>
          </a:prstGeom>
        </p:spPr>
      </p:pic>
      <p:sp>
        <p:nvSpPr>
          <p:cNvPr id="9" name="Title 1">
            <a:extLst>
              <a:ext uri="{FF2B5EF4-FFF2-40B4-BE49-F238E27FC236}">
                <a16:creationId xmlns:a16="http://schemas.microsoft.com/office/drawing/2014/main" id="{61423BE9-C6AD-3608-7312-55246E016EAA}"/>
              </a:ext>
            </a:extLst>
          </p:cNvPr>
          <p:cNvSpPr>
            <a:spLocks noGrp="1"/>
          </p:cNvSpPr>
          <p:nvPr>
            <p:ph type="title"/>
          </p:nvPr>
        </p:nvSpPr>
        <p:spPr>
          <a:xfrm>
            <a:off x="609600" y="685800"/>
            <a:ext cx="6629400" cy="1681218"/>
          </a:xfrm>
        </p:spPr>
        <p:txBody>
          <a:bodyPr anchor="t">
            <a:normAutofit/>
          </a:bodyPr>
          <a:lstStyle>
            <a:lvl1pPr>
              <a:defRPr sz="6800">
                <a:solidFill>
                  <a:schemeClr val="tx1"/>
                </a:solidFill>
              </a:defRPr>
            </a:lvl1pPr>
          </a:lstStyle>
          <a:p>
            <a:r>
              <a:rPr lang="en-US" dirty="0"/>
              <a:t>Click to edit Master title style</a:t>
            </a:r>
          </a:p>
        </p:txBody>
      </p:sp>
      <p:sp>
        <p:nvSpPr>
          <p:cNvPr id="13" name="Content Placeholder 6">
            <a:extLst>
              <a:ext uri="{FF2B5EF4-FFF2-40B4-BE49-F238E27FC236}">
                <a16:creationId xmlns:a16="http://schemas.microsoft.com/office/drawing/2014/main" id="{4DB465B5-8C64-384F-7DC0-7C2D1C976108}"/>
              </a:ext>
            </a:extLst>
          </p:cNvPr>
          <p:cNvSpPr>
            <a:spLocks noGrp="1"/>
          </p:cNvSpPr>
          <p:nvPr>
            <p:ph sz="quarter" idx="13"/>
          </p:nvPr>
        </p:nvSpPr>
        <p:spPr>
          <a:xfrm>
            <a:off x="609601" y="2514600"/>
            <a:ext cx="7086599" cy="3463314"/>
          </a:xfrm>
        </p:spPr>
        <p:txBody>
          <a:bodyPr>
            <a:normAutofit/>
          </a:bodyPr>
          <a:lstStyle>
            <a:lvl1pPr marL="457200" indent="-457200">
              <a:buFont typeface="+mj-lt"/>
              <a:buAutoNum type="arabicPeriod"/>
              <a:defRPr sz="1800">
                <a:solidFill>
                  <a:schemeClr val="tx1"/>
                </a:solidFill>
              </a:defRPr>
            </a:lvl1pPr>
            <a:lvl2pPr marL="685800" indent="-4572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400">
                <a:solidFill>
                  <a:schemeClr val="tx1"/>
                </a:solidFill>
              </a:defRPr>
            </a:lvl4pPr>
            <a:lvl5pPr marL="1257300" indent="-342900">
              <a:buFont typeface="+mj-lt"/>
              <a:buAutoNum type="arabicPeriod"/>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998790F-95AF-C438-81C4-A7AFBC618EE3}"/>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9A11A83-974F-916E-4B94-072D216980E7}"/>
              </a:ext>
            </a:extLst>
          </p:cNvPr>
          <p:cNvSpPr>
            <a:spLocks noGrp="1"/>
          </p:cNvSpPr>
          <p:nvPr>
            <p:ph type="dt" sz="half" idx="14"/>
          </p:nvPr>
        </p:nvSpPr>
        <p:spPr/>
        <p:txBody>
          <a:bodyPr/>
          <a:lstStyle>
            <a:lvl1pPr>
              <a:defRPr>
                <a:solidFill>
                  <a:schemeClr val="tx1"/>
                </a:solidFill>
              </a:defRPr>
            </a:lvl1pPr>
          </a:lstStyle>
          <a:p>
            <a:fld id="{48F1EE65-9B75-D34D-9F02-D2E3965E0F0C}" type="datetime1">
              <a:rPr lang="en-US" smtClean="0"/>
              <a:t>12/12/2025</a:t>
            </a:fld>
            <a:endParaRPr lang="en-US"/>
          </a:p>
        </p:txBody>
      </p:sp>
      <p:sp>
        <p:nvSpPr>
          <p:cNvPr id="4" name="Slide Number Placeholder 3">
            <a:extLst>
              <a:ext uri="{FF2B5EF4-FFF2-40B4-BE49-F238E27FC236}">
                <a16:creationId xmlns:a16="http://schemas.microsoft.com/office/drawing/2014/main" id="{A5B9FFFF-03A0-FB05-6654-69512558AAE7}"/>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48801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295885B-1DD3-9A2F-6CE5-85B63AC5CD9F}"/>
              </a:ext>
            </a:extLst>
          </p:cNvPr>
          <p:cNvSpPr>
            <a:spLocks noGrp="1"/>
          </p:cNvSpPr>
          <p:nvPr>
            <p:ph type="title"/>
          </p:nvPr>
        </p:nvSpPr>
        <p:spPr>
          <a:xfrm>
            <a:off x="381000" y="4343400"/>
            <a:ext cx="4800599" cy="2133600"/>
          </a:xfrm>
        </p:spPr>
        <p:txBody>
          <a:bodyPr anchor="b">
            <a:normAutofit/>
          </a:bodyPr>
          <a:lstStyle>
            <a:lvl1pPr>
              <a:defRPr sz="7200"/>
            </a:lvl1pPr>
          </a:lstStyle>
          <a:p>
            <a:r>
              <a:rPr lang="en-US" dirty="0"/>
              <a:t>Click to edit Master title style</a:t>
            </a:r>
          </a:p>
        </p:txBody>
      </p:sp>
      <p:sp>
        <p:nvSpPr>
          <p:cNvPr id="6" name="Picture Placeholder 34">
            <a:extLst>
              <a:ext uri="{FF2B5EF4-FFF2-40B4-BE49-F238E27FC236}">
                <a16:creationId xmlns:a16="http://schemas.microsoft.com/office/drawing/2014/main" id="{41D936BB-D3BE-42B9-6F9B-0D898AFA4EC9}"/>
              </a:ext>
            </a:extLst>
          </p:cNvPr>
          <p:cNvSpPr>
            <a:spLocks noGrp="1"/>
          </p:cNvSpPr>
          <p:nvPr>
            <p:ph type="pic" sz="quarter" idx="14"/>
          </p:nvPr>
        </p:nvSpPr>
        <p:spPr>
          <a:xfrm>
            <a:off x="152400" y="152400"/>
            <a:ext cx="11887200" cy="3733798"/>
          </a:xfrm>
          <a:custGeom>
            <a:avLst/>
            <a:gdLst>
              <a:gd name="connsiteX0" fmla="*/ 349240 w 11887200"/>
              <a:gd name="connsiteY0" fmla="*/ 0 h 3733798"/>
              <a:gd name="connsiteX1" fmla="*/ 11537960 w 11887200"/>
              <a:gd name="connsiteY1" fmla="*/ 0 h 3733798"/>
              <a:gd name="connsiteX2" fmla="*/ 11608344 w 11887200"/>
              <a:gd name="connsiteY2" fmla="*/ 7095 h 3733798"/>
              <a:gd name="connsiteX3" fmla="*/ 11887200 w 11887200"/>
              <a:gd name="connsiteY3" fmla="*/ 349249 h 3733798"/>
              <a:gd name="connsiteX4" fmla="*/ 11887200 w 11887200"/>
              <a:gd name="connsiteY4" fmla="*/ 2021400 h 3733798"/>
              <a:gd name="connsiteX5" fmla="*/ 11537950 w 11887200"/>
              <a:gd name="connsiteY5" fmla="*/ 2370650 h 3733798"/>
              <a:gd name="connsiteX6" fmla="*/ 5378450 w 11887200"/>
              <a:gd name="connsiteY6" fmla="*/ 2370650 h 3733798"/>
              <a:gd name="connsiteX7" fmla="*/ 5029200 w 11887200"/>
              <a:gd name="connsiteY7" fmla="*/ 2719900 h 3733798"/>
              <a:gd name="connsiteX8" fmla="*/ 5029200 w 11887200"/>
              <a:gd name="connsiteY8" fmla="*/ 3384548 h 3733798"/>
              <a:gd name="connsiteX9" fmla="*/ 4679950 w 11887200"/>
              <a:gd name="connsiteY9" fmla="*/ 3733798 h 3733798"/>
              <a:gd name="connsiteX10" fmla="*/ 349250 w 11887200"/>
              <a:gd name="connsiteY10" fmla="*/ 3733798 h 3733798"/>
              <a:gd name="connsiteX11" fmla="*/ 0 w 11887200"/>
              <a:gd name="connsiteY11" fmla="*/ 3384548 h 3733798"/>
              <a:gd name="connsiteX12" fmla="*/ 0 w 11887200"/>
              <a:gd name="connsiteY12" fmla="*/ 349249 h 3733798"/>
              <a:gd name="connsiteX13" fmla="*/ 278864 w 11887200"/>
              <a:gd name="connsiteY13" fmla="*/ 7095 h 373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200" h="3733798">
                <a:moveTo>
                  <a:pt x="349240" y="0"/>
                </a:moveTo>
                <a:lnTo>
                  <a:pt x="11537960" y="0"/>
                </a:lnTo>
                <a:lnTo>
                  <a:pt x="11608344" y="7095"/>
                </a:lnTo>
                <a:cubicBezTo>
                  <a:pt x="11767505" y="39661"/>
                  <a:pt x="11887200" y="180474"/>
                  <a:pt x="11887200" y="349249"/>
                </a:cubicBezTo>
                <a:lnTo>
                  <a:pt x="11887200" y="2021400"/>
                </a:lnTo>
                <a:cubicBezTo>
                  <a:pt x="11887200" y="2214288"/>
                  <a:pt x="11730863" y="2370650"/>
                  <a:pt x="11537950" y="2370650"/>
                </a:cubicBezTo>
                <a:lnTo>
                  <a:pt x="5378450" y="2370650"/>
                </a:lnTo>
                <a:cubicBezTo>
                  <a:pt x="5185563" y="2370650"/>
                  <a:pt x="5029200" y="2527013"/>
                  <a:pt x="5029200" y="2719900"/>
                </a:cubicBezTo>
                <a:lnTo>
                  <a:pt x="5029200" y="3384548"/>
                </a:lnTo>
                <a:cubicBezTo>
                  <a:pt x="5029200" y="3577436"/>
                  <a:pt x="4872838" y="3733798"/>
                  <a:pt x="4679950" y="3733798"/>
                </a:cubicBezTo>
                <a:lnTo>
                  <a:pt x="349250" y="3733798"/>
                </a:lnTo>
                <a:cubicBezTo>
                  <a:pt x="156364" y="3733798"/>
                  <a:pt x="0" y="3577436"/>
                  <a:pt x="0" y="3384548"/>
                </a:cubicBezTo>
                <a:lnTo>
                  <a:pt x="0" y="349249"/>
                </a:lnTo>
                <a:cubicBezTo>
                  <a:pt x="0" y="180474"/>
                  <a:pt x="119716" y="39661"/>
                  <a:pt x="278864" y="709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6">
            <a:extLst>
              <a:ext uri="{FF2B5EF4-FFF2-40B4-BE49-F238E27FC236}">
                <a16:creationId xmlns:a16="http://schemas.microsoft.com/office/drawing/2014/main" id="{97E45652-0A6C-4552-E12E-94E6B8CAAC7E}"/>
              </a:ext>
            </a:extLst>
          </p:cNvPr>
          <p:cNvSpPr>
            <a:spLocks noGrp="1"/>
          </p:cNvSpPr>
          <p:nvPr>
            <p:ph sz="quarter" idx="13"/>
          </p:nvPr>
        </p:nvSpPr>
        <p:spPr>
          <a:xfrm>
            <a:off x="5588000" y="2895600"/>
            <a:ext cx="6223000" cy="32674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0F8B1980-1174-ED0C-7D2B-3C8E19442F88}"/>
              </a:ext>
            </a:extLst>
          </p:cNvPr>
          <p:cNvSpPr>
            <a:spLocks noGrp="1"/>
          </p:cNvSpPr>
          <p:nvPr>
            <p:ph type="ftr" sz="quarter" idx="16"/>
          </p:nvPr>
        </p:nvSpPr>
        <p:spPr>
          <a:xfrm>
            <a:off x="5588000" y="6347057"/>
            <a:ext cx="3200400" cy="365125"/>
          </a:xfrm>
        </p:spPr>
        <p:txBody>
          <a:bodyPr/>
          <a:lstStyle/>
          <a:p>
            <a:r>
              <a:rPr lang="en-US"/>
              <a:t>Sample Footer Text</a:t>
            </a:r>
          </a:p>
        </p:txBody>
      </p:sp>
      <p:sp>
        <p:nvSpPr>
          <p:cNvPr id="2" name="Date Placeholder 1">
            <a:extLst>
              <a:ext uri="{FF2B5EF4-FFF2-40B4-BE49-F238E27FC236}">
                <a16:creationId xmlns:a16="http://schemas.microsoft.com/office/drawing/2014/main" id="{0A0E17CE-5CDB-F9B8-508A-EBF750BFDC28}"/>
              </a:ext>
            </a:extLst>
          </p:cNvPr>
          <p:cNvSpPr>
            <a:spLocks noGrp="1"/>
          </p:cNvSpPr>
          <p:nvPr>
            <p:ph type="dt" sz="half" idx="15"/>
          </p:nvPr>
        </p:nvSpPr>
        <p:spPr/>
        <p:txBody>
          <a:bodyPr/>
          <a:lstStyle/>
          <a:p>
            <a:fld id="{BCD35447-68C7-CB49-B79C-2828CACD9C53}" type="datetime1">
              <a:rPr lang="en-US" smtClean="0"/>
              <a:t>12/12/2025</a:t>
            </a:fld>
            <a:endParaRPr lang="en-US"/>
          </a:p>
        </p:txBody>
      </p:sp>
      <p:sp>
        <p:nvSpPr>
          <p:cNvPr id="4" name="Slide Number Placeholder 3">
            <a:extLst>
              <a:ext uri="{FF2B5EF4-FFF2-40B4-BE49-F238E27FC236}">
                <a16:creationId xmlns:a16="http://schemas.microsoft.com/office/drawing/2014/main" id="{7F65A623-B0CB-DF72-7154-FAA599F2E10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95758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33FF05-3096-7497-FA8D-28733AAE75DC}"/>
              </a:ext>
            </a:extLst>
          </p:cNvPr>
          <p:cNvSpPr>
            <a:spLocks noGrp="1"/>
          </p:cNvSpPr>
          <p:nvPr>
            <p:ph type="title"/>
          </p:nvPr>
        </p:nvSpPr>
        <p:spPr>
          <a:xfrm>
            <a:off x="381002" y="2514601"/>
            <a:ext cx="3200398" cy="3657600"/>
          </a:xfrm>
        </p:spPr>
        <p:txBody>
          <a:bodyPr/>
          <a:lstStyle>
            <a:lvl1pPr>
              <a:defRPr sz="3000"/>
            </a:lvl1pPr>
          </a:lstStyle>
          <a:p>
            <a:r>
              <a:rPr lang="en-US"/>
              <a:t>Click to edit Master title style</a:t>
            </a:r>
          </a:p>
        </p:txBody>
      </p:sp>
      <p:sp>
        <p:nvSpPr>
          <p:cNvPr id="11" name="Content Placeholder 10">
            <a:extLst>
              <a:ext uri="{FF2B5EF4-FFF2-40B4-BE49-F238E27FC236}">
                <a16:creationId xmlns:a16="http://schemas.microsoft.com/office/drawing/2014/main" id="{2B0368EA-7806-3BA9-5570-A5102FE7B940}"/>
              </a:ext>
            </a:extLst>
          </p:cNvPr>
          <p:cNvSpPr>
            <a:spLocks noGrp="1"/>
          </p:cNvSpPr>
          <p:nvPr>
            <p:ph sz="quarter" idx="17"/>
          </p:nvPr>
        </p:nvSpPr>
        <p:spPr>
          <a:xfrm>
            <a:off x="4267200" y="2514600"/>
            <a:ext cx="4572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FAB1DF-AD2F-4353-402F-94E47EE3D849}"/>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72495CA-89D9-4C74-A72D-AF6B3A8FCF17}"/>
              </a:ext>
            </a:extLst>
          </p:cNvPr>
          <p:cNvSpPr>
            <a:spLocks noGrp="1"/>
          </p:cNvSpPr>
          <p:nvPr>
            <p:ph type="dt" sz="half" idx="14"/>
          </p:nvPr>
        </p:nvSpPr>
        <p:spPr/>
        <p:txBody>
          <a:bodyPr/>
          <a:lstStyle/>
          <a:p>
            <a:fld id="{A3F75FBB-52A4-3947-9071-787C670AA4F3}" type="datetime1">
              <a:rPr lang="en-US" smtClean="0"/>
              <a:t>12/12/2025</a:t>
            </a:fld>
            <a:endParaRPr lang="en-US"/>
          </a:p>
        </p:txBody>
      </p:sp>
      <p:sp>
        <p:nvSpPr>
          <p:cNvPr id="5" name="Slide Number Placeholder 4">
            <a:extLst>
              <a:ext uri="{FF2B5EF4-FFF2-40B4-BE49-F238E27FC236}">
                <a16:creationId xmlns:a16="http://schemas.microsoft.com/office/drawing/2014/main" id="{079898EE-29F5-4EB1-D6B0-7CAEDDFB329B}"/>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2199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00200"/>
            <a:ext cx="3200401" cy="3657600"/>
          </a:xfrm>
          <a:prstGeom prst="rect">
            <a:avLst/>
          </a:prstGeo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267200" y="1609344"/>
            <a:ext cx="5029200" cy="36576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26833A1-CC94-31F8-5C28-FE32A28041F0}"/>
              </a:ext>
            </a:extLst>
          </p:cNvPr>
          <p:cNvSpPr>
            <a:spLocks noGrp="1"/>
          </p:cNvSpPr>
          <p:nvPr>
            <p:ph type="ftr" sz="quarter" idx="15"/>
          </p:nvPr>
        </p:nvSpPr>
        <p:spPr/>
        <p:txBody>
          <a:bodyPr/>
          <a:lstStyle/>
          <a:p>
            <a:r>
              <a:rPr lang="en-US"/>
              <a:t>Sample Footer Text</a:t>
            </a:r>
          </a:p>
        </p:txBody>
      </p:sp>
      <p:sp>
        <p:nvSpPr>
          <p:cNvPr id="3" name="Date Placeholder 2">
            <a:extLst>
              <a:ext uri="{FF2B5EF4-FFF2-40B4-BE49-F238E27FC236}">
                <a16:creationId xmlns:a16="http://schemas.microsoft.com/office/drawing/2014/main" id="{2EDCE220-30D9-99B4-3161-7B7CA3D3A6AA}"/>
              </a:ext>
            </a:extLst>
          </p:cNvPr>
          <p:cNvSpPr>
            <a:spLocks noGrp="1"/>
          </p:cNvSpPr>
          <p:nvPr>
            <p:ph type="dt" sz="half" idx="14"/>
          </p:nvPr>
        </p:nvSpPr>
        <p:spPr/>
        <p:txBody>
          <a:bodyPr/>
          <a:lstStyle/>
          <a:p>
            <a:fld id="{13480301-390C-8846-A6E3-CD2894BE139C}" type="datetime1">
              <a:rPr lang="en-US" smtClean="0"/>
              <a:t>12/12/2025</a:t>
            </a:fld>
            <a:endParaRPr lang="en-US"/>
          </a:p>
        </p:txBody>
      </p:sp>
      <p:sp>
        <p:nvSpPr>
          <p:cNvPr id="5" name="Slide Number Placeholder 4">
            <a:extLst>
              <a:ext uri="{FF2B5EF4-FFF2-40B4-BE49-F238E27FC236}">
                <a16:creationId xmlns:a16="http://schemas.microsoft.com/office/drawing/2014/main" id="{C607D07A-7BD8-5871-3B79-C74FF0E365A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90355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D2CDB4-A600-5D54-5BE6-1FA4F2A9120B}"/>
              </a:ext>
            </a:extLst>
          </p:cNvPr>
          <p:cNvSpPr>
            <a:spLocks noGrp="1"/>
          </p:cNvSpPr>
          <p:nvPr>
            <p:ph type="title"/>
          </p:nvPr>
        </p:nvSpPr>
        <p:spPr>
          <a:xfrm>
            <a:off x="381000" y="1600200"/>
            <a:ext cx="3215641" cy="3657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B283CA2A-27C4-3A5B-CCC8-D39969DABF5D}"/>
              </a:ext>
            </a:extLst>
          </p:cNvPr>
          <p:cNvSpPr>
            <a:spLocks noGrp="1"/>
          </p:cNvSpPr>
          <p:nvPr>
            <p:ph sz="quarter" idx="13"/>
          </p:nvPr>
        </p:nvSpPr>
        <p:spPr>
          <a:xfrm>
            <a:off x="4282441" y="1600200"/>
            <a:ext cx="6842759" cy="320040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7F66AFF-3304-8CC6-CF56-E7AF712FF1A6}"/>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04CE7806-344D-D45A-FF0A-D6669494DD3E}"/>
              </a:ext>
            </a:extLst>
          </p:cNvPr>
          <p:cNvSpPr>
            <a:spLocks noGrp="1"/>
          </p:cNvSpPr>
          <p:nvPr>
            <p:ph type="dt" sz="half" idx="14"/>
          </p:nvPr>
        </p:nvSpPr>
        <p:spPr/>
        <p:txBody>
          <a:bodyPr/>
          <a:lstStyle/>
          <a:p>
            <a:fld id="{C275CAB1-537D-AB4A-86AF-498D16CC8BFB}" type="datetime1">
              <a:rPr lang="en-US" smtClean="0"/>
              <a:t>12/12/2025</a:t>
            </a:fld>
            <a:endParaRPr lang="en-US"/>
          </a:p>
        </p:txBody>
      </p:sp>
      <p:sp>
        <p:nvSpPr>
          <p:cNvPr id="5" name="Slide Number Placeholder 4">
            <a:extLst>
              <a:ext uri="{FF2B5EF4-FFF2-40B4-BE49-F238E27FC236}">
                <a16:creationId xmlns:a16="http://schemas.microsoft.com/office/drawing/2014/main" id="{BDC48EDA-AD65-3CC6-9DF2-10AAA02ED47E}"/>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19312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B302-0DDD-C18C-0048-1CE0B3F62A0A}"/>
              </a:ext>
            </a:extLst>
          </p:cNvPr>
          <p:cNvSpPr>
            <a:spLocks noGrp="1"/>
          </p:cNvSpPr>
          <p:nvPr>
            <p:ph type="title"/>
          </p:nvPr>
        </p:nvSpPr>
        <p:spPr>
          <a:xfrm>
            <a:off x="381000" y="685800"/>
            <a:ext cx="3215642" cy="4419600"/>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A4C4BA54-3687-3119-634B-178D88E18F85}"/>
              </a:ext>
            </a:extLst>
          </p:cNvPr>
          <p:cNvSpPr>
            <a:spLocks noGrp="1"/>
          </p:cNvSpPr>
          <p:nvPr>
            <p:ph sz="quarter" idx="13"/>
          </p:nvPr>
        </p:nvSpPr>
        <p:spPr>
          <a:xfrm>
            <a:off x="4288538" y="694944"/>
            <a:ext cx="7522462" cy="4410456"/>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D00CFD0-8801-A840-8082-92086F7985AC}"/>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581133C8-ACEC-C7FF-8853-AC6AA283473D}"/>
              </a:ext>
            </a:extLst>
          </p:cNvPr>
          <p:cNvSpPr>
            <a:spLocks noGrp="1"/>
          </p:cNvSpPr>
          <p:nvPr>
            <p:ph type="dt" sz="half" idx="14"/>
          </p:nvPr>
        </p:nvSpPr>
        <p:spPr/>
        <p:txBody>
          <a:bodyPr/>
          <a:lstStyle/>
          <a:p>
            <a:fld id="{9C9067C8-B2FA-9242-99D3-2AAAEA57F6E3}" type="datetime1">
              <a:rPr lang="en-US" smtClean="0"/>
              <a:t>12/12/2025</a:t>
            </a:fld>
            <a:endParaRPr lang="en-US"/>
          </a:p>
        </p:txBody>
      </p:sp>
      <p:sp>
        <p:nvSpPr>
          <p:cNvPr id="5" name="Slide Number Placeholder 4">
            <a:extLst>
              <a:ext uri="{FF2B5EF4-FFF2-40B4-BE49-F238E27FC236}">
                <a16:creationId xmlns:a16="http://schemas.microsoft.com/office/drawing/2014/main" id="{76924940-A505-A257-1AC1-04850EB787A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08959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0A35C34-6355-27EB-6385-E2E89A9D6C01}"/>
              </a:ext>
            </a:extLst>
          </p:cNvPr>
          <p:cNvSpPr>
            <a:spLocks noGrp="1"/>
          </p:cNvSpPr>
          <p:nvPr>
            <p:ph type="title"/>
          </p:nvPr>
        </p:nvSpPr>
        <p:spPr>
          <a:xfrm>
            <a:off x="381000" y="707549"/>
            <a:ext cx="3200400" cy="2721451"/>
          </a:xfrm>
        </p:spPr>
        <p:txBody>
          <a:bodyPr anchor="t">
            <a:normAutofit/>
          </a:bodyPr>
          <a:lstStyle>
            <a:lvl1pPr>
              <a:defRPr sz="3000"/>
            </a:lvl1pPr>
          </a:lstStyle>
          <a:p>
            <a:r>
              <a:rPr lang="en-US"/>
              <a:t>Click to edit Master title style</a:t>
            </a:r>
          </a:p>
        </p:txBody>
      </p:sp>
      <p:sp>
        <p:nvSpPr>
          <p:cNvPr id="7" name="Content Placeholder 7">
            <a:extLst>
              <a:ext uri="{FF2B5EF4-FFF2-40B4-BE49-F238E27FC236}">
                <a16:creationId xmlns:a16="http://schemas.microsoft.com/office/drawing/2014/main" id="{F8C3733F-A93C-13FB-40FF-0CDAD1C4211A}"/>
              </a:ext>
            </a:extLst>
          </p:cNvPr>
          <p:cNvSpPr>
            <a:spLocks noGrp="1"/>
          </p:cNvSpPr>
          <p:nvPr>
            <p:ph sz="quarter" idx="13"/>
          </p:nvPr>
        </p:nvSpPr>
        <p:spPr>
          <a:xfrm>
            <a:off x="4282441" y="707549"/>
            <a:ext cx="7522459" cy="515985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AAC85AE-CA6A-7906-52B1-EB20693C2432}"/>
              </a:ext>
            </a:extLst>
          </p:cNvPr>
          <p:cNvSpPr>
            <a:spLocks noGrp="1"/>
          </p:cNvSpPr>
          <p:nvPr>
            <p:ph type="ftr" sz="quarter" idx="15"/>
          </p:nvPr>
        </p:nvSpPr>
        <p:spPr/>
        <p:txBody>
          <a:bodyPr/>
          <a:lstStyle/>
          <a:p>
            <a:r>
              <a:rPr lang="en-US"/>
              <a:t>Sample Footer Text</a:t>
            </a:r>
          </a:p>
        </p:txBody>
      </p:sp>
      <p:sp>
        <p:nvSpPr>
          <p:cNvPr id="2" name="Date Placeholder 1">
            <a:extLst>
              <a:ext uri="{FF2B5EF4-FFF2-40B4-BE49-F238E27FC236}">
                <a16:creationId xmlns:a16="http://schemas.microsoft.com/office/drawing/2014/main" id="{3B3A9F3E-7E0A-8060-1610-7ED0C1A9EDE0}"/>
              </a:ext>
            </a:extLst>
          </p:cNvPr>
          <p:cNvSpPr>
            <a:spLocks noGrp="1"/>
          </p:cNvSpPr>
          <p:nvPr>
            <p:ph type="dt" sz="half" idx="14"/>
          </p:nvPr>
        </p:nvSpPr>
        <p:spPr/>
        <p:txBody>
          <a:bodyPr/>
          <a:lstStyle/>
          <a:p>
            <a:fld id="{F2121301-BC9F-2048-8BD9-9D5533C3FEB8}" type="datetime1">
              <a:rPr lang="en-US" smtClean="0"/>
              <a:t>12/12/2025</a:t>
            </a:fld>
            <a:endParaRPr lang="en-US"/>
          </a:p>
        </p:txBody>
      </p:sp>
      <p:sp>
        <p:nvSpPr>
          <p:cNvPr id="5" name="Slide Number Placeholder 4">
            <a:extLst>
              <a:ext uri="{FF2B5EF4-FFF2-40B4-BE49-F238E27FC236}">
                <a16:creationId xmlns:a16="http://schemas.microsoft.com/office/drawing/2014/main" id="{BF234425-1B9E-3F81-93A7-39A902E41764}"/>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190947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bg1"/>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8979546-8117-7386-41D7-A795798E3A36}"/>
              </a:ext>
            </a:extLst>
          </p:cNvPr>
          <p:cNvSpPr>
            <a:spLocks noGrp="1"/>
          </p:cNvSpPr>
          <p:nvPr>
            <p:ph type="title" hasCustomPrompt="1"/>
          </p:nvPr>
        </p:nvSpPr>
        <p:spPr>
          <a:xfrm>
            <a:off x="9067800" y="685800"/>
            <a:ext cx="2743200" cy="1828800"/>
          </a:xfrm>
        </p:spPr>
        <p:txBody>
          <a:bodyPr anchor="t"/>
          <a:lstStyle>
            <a:lvl1pPr>
              <a:defRPr/>
            </a:lvl1pPr>
          </a:lstStyle>
          <a:p>
            <a:r>
              <a:rPr lang="en-US" dirty="0"/>
              <a:t>Click to edit Master title style	</a:t>
            </a:r>
          </a:p>
        </p:txBody>
      </p:sp>
      <p:sp>
        <p:nvSpPr>
          <p:cNvPr id="24" name="Picture Placeholder 23">
            <a:extLst>
              <a:ext uri="{FF2B5EF4-FFF2-40B4-BE49-F238E27FC236}">
                <a16:creationId xmlns:a16="http://schemas.microsoft.com/office/drawing/2014/main" id="{ADE402D3-FE8F-0ECD-D3A6-9A5C54E0AB73}"/>
              </a:ext>
            </a:extLst>
          </p:cNvPr>
          <p:cNvSpPr>
            <a:spLocks noGrp="1"/>
          </p:cNvSpPr>
          <p:nvPr>
            <p:ph type="pic" sz="quarter" idx="15"/>
          </p:nvPr>
        </p:nvSpPr>
        <p:spPr>
          <a:xfrm>
            <a:off x="152401"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50 h 6553199"/>
              <a:gd name="connsiteX3" fmla="*/ 7772400 w 7772400"/>
              <a:gd name="connsiteY3" fmla="*/ 6203949 h 6553199"/>
              <a:gd name="connsiteX4" fmla="*/ 7423150 w 7772400"/>
              <a:gd name="connsiteY4" fmla="*/ 6553199 h 6553199"/>
              <a:gd name="connsiteX5" fmla="*/ 4137374 w 7772400"/>
              <a:gd name="connsiteY5" fmla="*/ 6553199 h 6553199"/>
              <a:gd name="connsiteX6" fmla="*/ 3886200 w 7772400"/>
              <a:gd name="connsiteY6" fmla="*/ 6302025 h 6553199"/>
              <a:gd name="connsiteX7" fmla="*/ 3635026 w 7772400"/>
              <a:gd name="connsiteY7" fmla="*/ 6050851 h 6553199"/>
              <a:gd name="connsiteX8" fmla="*/ 349250 w 7772400"/>
              <a:gd name="connsiteY8" fmla="*/ 6050851 h 6553199"/>
              <a:gd name="connsiteX9" fmla="*/ 0 w 7772400"/>
              <a:gd name="connsiteY9" fmla="*/ 5701601 h 6553199"/>
              <a:gd name="connsiteX10" fmla="*/ 0 w 7772400"/>
              <a:gd name="connsiteY10" fmla="*/ 349249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63" y="0"/>
                  <a:pt x="7772400" y="156364"/>
                  <a:pt x="7772400" y="349250"/>
                </a:cubicBezTo>
                <a:lnTo>
                  <a:pt x="7772400" y="6203949"/>
                </a:lnTo>
                <a:cubicBezTo>
                  <a:pt x="7772400" y="6396862"/>
                  <a:pt x="7616063" y="6553199"/>
                  <a:pt x="7423150" y="6553199"/>
                </a:cubicBezTo>
                <a:lnTo>
                  <a:pt x="4137374" y="6553199"/>
                </a:lnTo>
                <a:cubicBezTo>
                  <a:pt x="3998652" y="6553199"/>
                  <a:pt x="3886200" y="6440741"/>
                  <a:pt x="3886200" y="6302025"/>
                </a:cubicBezTo>
                <a:cubicBezTo>
                  <a:pt x="3886200" y="6163303"/>
                  <a:pt x="3773748" y="6050851"/>
                  <a:pt x="3635026" y="6050851"/>
                </a:cubicBezTo>
                <a:lnTo>
                  <a:pt x="349250" y="6050851"/>
                </a:lnTo>
                <a:cubicBezTo>
                  <a:pt x="156364" y="6050851"/>
                  <a:pt x="0" y="5894482"/>
                  <a:pt x="0" y="5701601"/>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3" name="Content Placeholder 2">
            <a:extLst>
              <a:ext uri="{FF2B5EF4-FFF2-40B4-BE49-F238E27FC236}">
                <a16:creationId xmlns:a16="http://schemas.microsoft.com/office/drawing/2014/main" id="{9ED79679-AD22-F26A-8C14-FBF02529B911}"/>
              </a:ext>
            </a:extLst>
          </p:cNvPr>
          <p:cNvSpPr>
            <a:spLocks noGrp="1"/>
          </p:cNvSpPr>
          <p:nvPr>
            <p:ph sz="quarter" idx="19"/>
          </p:nvPr>
        </p:nvSpPr>
        <p:spPr>
          <a:xfrm>
            <a:off x="9067800" y="2697163"/>
            <a:ext cx="273685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Footer Placeholder 25">
            <a:extLst>
              <a:ext uri="{FF2B5EF4-FFF2-40B4-BE49-F238E27FC236}">
                <a16:creationId xmlns:a16="http://schemas.microsoft.com/office/drawing/2014/main" id="{A481F4D9-6FA4-7B89-81A9-C9BB5487665A}"/>
              </a:ext>
            </a:extLst>
          </p:cNvPr>
          <p:cNvSpPr>
            <a:spLocks noGrp="1"/>
          </p:cNvSpPr>
          <p:nvPr>
            <p:ph type="ftr" sz="quarter" idx="17"/>
          </p:nvPr>
        </p:nvSpPr>
        <p:spPr/>
        <p:txBody>
          <a:bodyPr/>
          <a:lstStyle/>
          <a:p>
            <a:r>
              <a:rPr lang="en-US"/>
              <a:t>Sample Footer Text</a:t>
            </a:r>
          </a:p>
        </p:txBody>
      </p:sp>
      <p:sp>
        <p:nvSpPr>
          <p:cNvPr id="25" name="Date Placeholder 24">
            <a:extLst>
              <a:ext uri="{FF2B5EF4-FFF2-40B4-BE49-F238E27FC236}">
                <a16:creationId xmlns:a16="http://schemas.microsoft.com/office/drawing/2014/main" id="{7BD407AA-757D-81E0-5656-C5362BA1A851}"/>
              </a:ext>
            </a:extLst>
          </p:cNvPr>
          <p:cNvSpPr>
            <a:spLocks noGrp="1"/>
          </p:cNvSpPr>
          <p:nvPr>
            <p:ph type="dt" sz="half" idx="16"/>
          </p:nvPr>
        </p:nvSpPr>
        <p:spPr/>
        <p:txBody>
          <a:bodyPr/>
          <a:lstStyle/>
          <a:p>
            <a:fld id="{B5FC2305-971C-BE4F-9A36-18A81034BC3D}" type="datetime1">
              <a:rPr lang="en-US" smtClean="0"/>
              <a:t>12/12/2025</a:t>
            </a:fld>
            <a:endParaRPr lang="en-US"/>
          </a:p>
        </p:txBody>
      </p:sp>
      <p:sp>
        <p:nvSpPr>
          <p:cNvPr id="27" name="Slide Number Placeholder 26">
            <a:extLst>
              <a:ext uri="{FF2B5EF4-FFF2-40B4-BE49-F238E27FC236}">
                <a16:creationId xmlns:a16="http://schemas.microsoft.com/office/drawing/2014/main" id="{279DE387-22FA-A62E-884D-B1091CE2556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87790CD-F333-C0F1-5656-69C089583951}"/>
              </a:ext>
            </a:extLst>
          </p:cNvPr>
          <p:cNvSpPr>
            <a:spLocks noGrp="1"/>
          </p:cNvSpPr>
          <p:nvPr>
            <p:ph type="title"/>
          </p:nvPr>
        </p:nvSpPr>
        <p:spPr>
          <a:xfrm>
            <a:off x="381000" y="685800"/>
            <a:ext cx="2743200" cy="1828800"/>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FD4E3168-BE46-DD0E-A208-64B0FE6A35EF}"/>
              </a:ext>
            </a:extLst>
          </p:cNvPr>
          <p:cNvSpPr>
            <a:spLocks noGrp="1"/>
          </p:cNvSpPr>
          <p:nvPr>
            <p:ph sz="quarter" idx="19"/>
          </p:nvPr>
        </p:nvSpPr>
        <p:spPr>
          <a:xfrm>
            <a:off x="381000" y="2697163"/>
            <a:ext cx="2743200" cy="265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CF3E2CD-E4FF-604F-C779-35D98A0D9C67}"/>
              </a:ext>
            </a:extLst>
          </p:cNvPr>
          <p:cNvSpPr>
            <a:spLocks noGrp="1"/>
          </p:cNvSpPr>
          <p:nvPr>
            <p:ph type="pic" sz="quarter" idx="15"/>
          </p:nvPr>
        </p:nvSpPr>
        <p:spPr>
          <a:xfrm>
            <a:off x="4267169" y="152402"/>
            <a:ext cx="7772400" cy="6553199"/>
          </a:xfrm>
          <a:custGeom>
            <a:avLst/>
            <a:gdLst>
              <a:gd name="connsiteX0" fmla="*/ 349250 w 7772400"/>
              <a:gd name="connsiteY0" fmla="*/ 0 h 6553199"/>
              <a:gd name="connsiteX1" fmla="*/ 7423150 w 7772400"/>
              <a:gd name="connsiteY1" fmla="*/ 0 h 6553199"/>
              <a:gd name="connsiteX2" fmla="*/ 7772400 w 7772400"/>
              <a:gd name="connsiteY2" fmla="*/ 349249 h 6553199"/>
              <a:gd name="connsiteX3" fmla="*/ 7772400 w 7772400"/>
              <a:gd name="connsiteY3" fmla="*/ 5701601 h 6553199"/>
              <a:gd name="connsiteX4" fmla="*/ 7423150 w 7772400"/>
              <a:gd name="connsiteY4" fmla="*/ 6050851 h 6553199"/>
              <a:gd name="connsiteX5" fmla="*/ 4137374 w 7772400"/>
              <a:gd name="connsiteY5" fmla="*/ 6050851 h 6553199"/>
              <a:gd name="connsiteX6" fmla="*/ 3886200 w 7772400"/>
              <a:gd name="connsiteY6" fmla="*/ 6302025 h 6553199"/>
              <a:gd name="connsiteX7" fmla="*/ 3635026 w 7772400"/>
              <a:gd name="connsiteY7" fmla="*/ 6553199 h 6553199"/>
              <a:gd name="connsiteX8" fmla="*/ 349250 w 7772400"/>
              <a:gd name="connsiteY8" fmla="*/ 6553199 h 6553199"/>
              <a:gd name="connsiteX9" fmla="*/ 0 w 7772400"/>
              <a:gd name="connsiteY9" fmla="*/ 6203949 h 6553199"/>
              <a:gd name="connsiteX10" fmla="*/ 0 w 7772400"/>
              <a:gd name="connsiteY10" fmla="*/ 349250 h 6553199"/>
              <a:gd name="connsiteX11" fmla="*/ 349250 w 7772400"/>
              <a:gd name="connsiteY11" fmla="*/ 0 h 655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72400" h="6553199">
                <a:moveTo>
                  <a:pt x="349250" y="0"/>
                </a:moveTo>
                <a:lnTo>
                  <a:pt x="7423150" y="0"/>
                </a:lnTo>
                <a:cubicBezTo>
                  <a:pt x="7616036" y="0"/>
                  <a:pt x="7772400" y="156364"/>
                  <a:pt x="7772400" y="349249"/>
                </a:cubicBezTo>
                <a:lnTo>
                  <a:pt x="7772400" y="5701601"/>
                </a:lnTo>
                <a:cubicBezTo>
                  <a:pt x="7772400" y="5894482"/>
                  <a:pt x="7616036" y="6050851"/>
                  <a:pt x="7423150" y="6050851"/>
                </a:cubicBezTo>
                <a:lnTo>
                  <a:pt x="4137374" y="6050851"/>
                </a:lnTo>
                <a:cubicBezTo>
                  <a:pt x="3998652" y="6050851"/>
                  <a:pt x="3886200" y="6163303"/>
                  <a:pt x="3886200" y="6302025"/>
                </a:cubicBezTo>
                <a:cubicBezTo>
                  <a:pt x="3886200" y="6440741"/>
                  <a:pt x="3773748" y="6553199"/>
                  <a:pt x="3635026" y="6553199"/>
                </a:cubicBezTo>
                <a:lnTo>
                  <a:pt x="349250" y="6553199"/>
                </a:lnTo>
                <a:cubicBezTo>
                  <a:pt x="156337" y="6553199"/>
                  <a:pt x="0" y="6396862"/>
                  <a:pt x="0" y="6203949"/>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20" name="Footer Placeholder 19">
            <a:extLst>
              <a:ext uri="{FF2B5EF4-FFF2-40B4-BE49-F238E27FC236}">
                <a16:creationId xmlns:a16="http://schemas.microsoft.com/office/drawing/2014/main" id="{9C7A36CE-789D-54A7-FBA5-A7874CD124FF}"/>
              </a:ext>
            </a:extLst>
          </p:cNvPr>
          <p:cNvSpPr>
            <a:spLocks noGrp="1"/>
          </p:cNvSpPr>
          <p:nvPr>
            <p:ph type="ftr" sz="quarter" idx="17"/>
          </p:nvPr>
        </p:nvSpPr>
        <p:spPr/>
        <p:txBody>
          <a:bodyPr/>
          <a:lstStyle/>
          <a:p>
            <a:r>
              <a:rPr lang="en-US"/>
              <a:t>Sample Footer Text</a:t>
            </a:r>
          </a:p>
        </p:txBody>
      </p:sp>
      <p:sp>
        <p:nvSpPr>
          <p:cNvPr id="19" name="Date Placeholder 18">
            <a:extLst>
              <a:ext uri="{FF2B5EF4-FFF2-40B4-BE49-F238E27FC236}">
                <a16:creationId xmlns:a16="http://schemas.microsoft.com/office/drawing/2014/main" id="{32C91AF8-BAF4-9A6D-74C4-A3C09EED59CE}"/>
              </a:ext>
            </a:extLst>
          </p:cNvPr>
          <p:cNvSpPr>
            <a:spLocks noGrp="1"/>
          </p:cNvSpPr>
          <p:nvPr>
            <p:ph type="dt" sz="half" idx="16"/>
          </p:nvPr>
        </p:nvSpPr>
        <p:spPr/>
        <p:txBody>
          <a:bodyPr/>
          <a:lstStyle/>
          <a:p>
            <a:fld id="{6FAC4171-8BCA-1740-A615-A2F6C531D1D6}" type="datetime1">
              <a:rPr lang="en-US" smtClean="0"/>
              <a:t>12/12/2025</a:t>
            </a:fld>
            <a:endParaRPr lang="en-US"/>
          </a:p>
        </p:txBody>
      </p:sp>
      <p:sp>
        <p:nvSpPr>
          <p:cNvPr id="21" name="Slide Number Placeholder 20">
            <a:extLst>
              <a:ext uri="{FF2B5EF4-FFF2-40B4-BE49-F238E27FC236}">
                <a16:creationId xmlns:a16="http://schemas.microsoft.com/office/drawing/2014/main" id="{0BCA39C5-9F64-B755-BEB5-B84576E593BB}"/>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4009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6123794-32E7-D1A7-A06F-935705E38644}"/>
              </a:ext>
            </a:extLst>
          </p:cNvPr>
          <p:cNvSpPr>
            <a:spLocks noGrp="1"/>
          </p:cNvSpPr>
          <p:nvPr>
            <p:ph type="title"/>
          </p:nvPr>
        </p:nvSpPr>
        <p:spPr>
          <a:xfrm>
            <a:off x="381000" y="4380186"/>
            <a:ext cx="2743200" cy="1792014"/>
          </a:xfrm>
        </p:spPr>
        <p:txBody>
          <a:bodyPr anchor="t">
            <a:normAutofit/>
          </a:bodyPr>
          <a:lstStyle>
            <a:lvl1pPr>
              <a:defRPr sz="3000"/>
            </a:lvl1pPr>
          </a:lstStyle>
          <a:p>
            <a:r>
              <a:rPr lang="en-US" dirty="0"/>
              <a:t>Click to edit Master title style</a:t>
            </a:r>
          </a:p>
        </p:txBody>
      </p:sp>
      <p:sp>
        <p:nvSpPr>
          <p:cNvPr id="13" name="Picture Placeholder 12">
            <a:extLst>
              <a:ext uri="{FF2B5EF4-FFF2-40B4-BE49-F238E27FC236}">
                <a16:creationId xmlns:a16="http://schemas.microsoft.com/office/drawing/2014/main" id="{B0404783-A1B8-D809-2811-6EB9AA4C8076}"/>
              </a:ext>
            </a:extLst>
          </p:cNvPr>
          <p:cNvSpPr>
            <a:spLocks noGrp="1"/>
          </p:cNvSpPr>
          <p:nvPr>
            <p:ph type="pic" sz="quarter" idx="19"/>
          </p:nvPr>
        </p:nvSpPr>
        <p:spPr>
          <a:xfrm>
            <a:off x="152400" y="152400"/>
            <a:ext cx="11887200" cy="4188118"/>
          </a:xfrm>
          <a:custGeom>
            <a:avLst/>
            <a:gdLst>
              <a:gd name="connsiteX0" fmla="*/ 283883 w 11887200"/>
              <a:gd name="connsiteY0" fmla="*/ 0 h 4188118"/>
              <a:gd name="connsiteX1" fmla="*/ 11603325 w 11887200"/>
              <a:gd name="connsiteY1" fmla="*/ 0 h 4188118"/>
              <a:gd name="connsiteX2" fmla="*/ 11608344 w 11887200"/>
              <a:gd name="connsiteY2" fmla="*/ 505 h 4188118"/>
              <a:gd name="connsiteX3" fmla="*/ 11887200 w 11887200"/>
              <a:gd name="connsiteY3" fmla="*/ 342315 h 4188118"/>
              <a:gd name="connsiteX4" fmla="*/ 11887200 w 11887200"/>
              <a:gd name="connsiteY4" fmla="*/ 3839220 h 4188118"/>
              <a:gd name="connsiteX5" fmla="*/ 11537950 w 11887200"/>
              <a:gd name="connsiteY5" fmla="*/ 4188118 h 4188118"/>
              <a:gd name="connsiteX6" fmla="*/ 3733800 w 11887200"/>
              <a:gd name="connsiteY6" fmla="*/ 4188118 h 4188118"/>
              <a:gd name="connsiteX7" fmla="*/ 3462878 w 11887200"/>
              <a:gd name="connsiteY7" fmla="*/ 3917468 h 4188118"/>
              <a:gd name="connsiteX8" fmla="*/ 3191955 w 11887200"/>
              <a:gd name="connsiteY8" fmla="*/ 3646818 h 4188118"/>
              <a:gd name="connsiteX9" fmla="*/ 349250 w 11887200"/>
              <a:gd name="connsiteY9" fmla="*/ 3646818 h 4188118"/>
              <a:gd name="connsiteX10" fmla="*/ 0 w 11887200"/>
              <a:gd name="connsiteY10" fmla="*/ 3297920 h 4188118"/>
              <a:gd name="connsiteX11" fmla="*/ 0 w 11887200"/>
              <a:gd name="connsiteY11" fmla="*/ 342316 h 4188118"/>
              <a:gd name="connsiteX12" fmla="*/ 278864 w 11887200"/>
              <a:gd name="connsiteY12" fmla="*/ 505 h 418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200" h="4188118">
                <a:moveTo>
                  <a:pt x="283883" y="0"/>
                </a:moveTo>
                <a:lnTo>
                  <a:pt x="11603325" y="0"/>
                </a:lnTo>
                <a:lnTo>
                  <a:pt x="11608344" y="505"/>
                </a:lnTo>
                <a:cubicBezTo>
                  <a:pt x="11767505" y="33039"/>
                  <a:pt x="11887200" y="173710"/>
                  <a:pt x="11887200" y="342315"/>
                </a:cubicBezTo>
                <a:lnTo>
                  <a:pt x="11887200" y="3839220"/>
                </a:lnTo>
                <a:cubicBezTo>
                  <a:pt x="11887200" y="4031913"/>
                  <a:pt x="11730863" y="4188118"/>
                  <a:pt x="11537950" y="4188118"/>
                </a:cubicBezTo>
                <a:lnTo>
                  <a:pt x="3733800" y="4188118"/>
                </a:lnTo>
                <a:cubicBezTo>
                  <a:pt x="3584175" y="4188118"/>
                  <a:pt x="3462878" y="4066942"/>
                  <a:pt x="3462878" y="3917468"/>
                </a:cubicBezTo>
                <a:cubicBezTo>
                  <a:pt x="3462878" y="3767994"/>
                  <a:pt x="3341579" y="3646818"/>
                  <a:pt x="3191955" y="3646818"/>
                </a:cubicBezTo>
                <a:lnTo>
                  <a:pt x="349250" y="3646818"/>
                </a:lnTo>
                <a:cubicBezTo>
                  <a:pt x="156365" y="3646818"/>
                  <a:pt x="0" y="3490613"/>
                  <a:pt x="0" y="3297920"/>
                </a:cubicBezTo>
                <a:lnTo>
                  <a:pt x="0" y="342316"/>
                </a:lnTo>
                <a:cubicBezTo>
                  <a:pt x="0" y="173711"/>
                  <a:pt x="119716" y="33039"/>
                  <a:pt x="278864" y="505"/>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46B89886-D0B7-2E42-CC85-382090FCE24B}"/>
              </a:ext>
            </a:extLst>
          </p:cNvPr>
          <p:cNvSpPr>
            <a:spLocks noGrp="1"/>
          </p:cNvSpPr>
          <p:nvPr>
            <p:ph sz="quarter" idx="14"/>
          </p:nvPr>
        </p:nvSpPr>
        <p:spPr>
          <a:xfrm>
            <a:off x="4038600" y="4800601"/>
            <a:ext cx="7772400" cy="1371600"/>
          </a:xfrm>
        </p:spPr>
        <p:txBody>
          <a:bodyPr vert="horz" lIns="91440" tIns="45720" rIns="91440" bIns="45720" rtlCol="0" anchor="ctr">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0D96629-7636-13CD-DDAE-3FAF9A84C04C}"/>
              </a:ext>
            </a:extLst>
          </p:cNvPr>
          <p:cNvSpPr>
            <a:spLocks noGrp="1"/>
          </p:cNvSpPr>
          <p:nvPr>
            <p:ph type="ftr" sz="quarter" idx="17"/>
          </p:nvPr>
        </p:nvSpPr>
        <p:spPr/>
        <p:txBody>
          <a:bodyPr/>
          <a:lstStyle/>
          <a:p>
            <a:r>
              <a:rPr lang="en-US"/>
              <a:t>Sample Footer Text</a:t>
            </a:r>
          </a:p>
        </p:txBody>
      </p:sp>
      <p:sp>
        <p:nvSpPr>
          <p:cNvPr id="2" name="Date Placeholder 1">
            <a:extLst>
              <a:ext uri="{FF2B5EF4-FFF2-40B4-BE49-F238E27FC236}">
                <a16:creationId xmlns:a16="http://schemas.microsoft.com/office/drawing/2014/main" id="{BBC96C14-DFFB-28AC-C7C2-F4CA75ED220F}"/>
              </a:ext>
            </a:extLst>
          </p:cNvPr>
          <p:cNvSpPr>
            <a:spLocks noGrp="1"/>
          </p:cNvSpPr>
          <p:nvPr>
            <p:ph type="dt" sz="half" idx="16"/>
          </p:nvPr>
        </p:nvSpPr>
        <p:spPr/>
        <p:txBody>
          <a:bodyPr/>
          <a:lstStyle/>
          <a:p>
            <a:fld id="{C5987AE8-F78F-CC42-9328-6043D017DE32}" type="datetime1">
              <a:rPr lang="en-US" smtClean="0"/>
              <a:t>12/12/2025</a:t>
            </a:fld>
            <a:endParaRPr lang="en-US"/>
          </a:p>
        </p:txBody>
      </p:sp>
      <p:sp>
        <p:nvSpPr>
          <p:cNvPr id="5" name="Slide Number Placeholder 4">
            <a:extLst>
              <a:ext uri="{FF2B5EF4-FFF2-40B4-BE49-F238E27FC236}">
                <a16:creationId xmlns:a16="http://schemas.microsoft.com/office/drawing/2014/main" id="{D8267B94-172F-C06B-ACF0-7E24490AD41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76C2-CD03-E417-CB93-800D63E65DEC}"/>
              </a:ext>
            </a:extLst>
          </p:cNvPr>
          <p:cNvSpPr>
            <a:spLocks noGrp="1"/>
          </p:cNvSpPr>
          <p:nvPr>
            <p:ph type="title"/>
          </p:nvPr>
        </p:nvSpPr>
        <p:spPr>
          <a:xfrm>
            <a:off x="8153400" y="687787"/>
            <a:ext cx="3643802" cy="1479477"/>
          </a:xfrm>
        </p:spPr>
        <p:txBody>
          <a:bodyPr anchor="t">
            <a:normAutofit/>
          </a:bodyPr>
          <a:lstStyle>
            <a:lvl1pPr>
              <a:defRPr sz="3000"/>
            </a:lvl1pPr>
          </a:lstStyle>
          <a:p>
            <a:r>
              <a:rPr lang="en-US"/>
              <a:t>Click to edit Master title style</a:t>
            </a:r>
          </a:p>
        </p:txBody>
      </p:sp>
      <p:sp>
        <p:nvSpPr>
          <p:cNvPr id="17" name="Picture Placeholder 16">
            <a:extLst>
              <a:ext uri="{FF2B5EF4-FFF2-40B4-BE49-F238E27FC236}">
                <a16:creationId xmlns:a16="http://schemas.microsoft.com/office/drawing/2014/main" id="{4F55C32B-C162-62A9-B41A-495DC7FAC90D}"/>
              </a:ext>
            </a:extLst>
          </p:cNvPr>
          <p:cNvSpPr>
            <a:spLocks noGrp="1"/>
          </p:cNvSpPr>
          <p:nvPr>
            <p:ph type="pic" sz="quarter" idx="15"/>
          </p:nvPr>
        </p:nvSpPr>
        <p:spPr>
          <a:xfrm>
            <a:off x="152400" y="152909"/>
            <a:ext cx="6858000" cy="6552184"/>
          </a:xfrm>
          <a:custGeom>
            <a:avLst/>
            <a:gdLst>
              <a:gd name="connsiteX0" fmla="*/ 349250 w 6858000"/>
              <a:gd name="connsiteY0" fmla="*/ 0 h 6552184"/>
              <a:gd name="connsiteX1" fmla="*/ 6508751 w 6858000"/>
              <a:gd name="connsiteY1" fmla="*/ 0 h 6552184"/>
              <a:gd name="connsiteX2" fmla="*/ 6850907 w 6858000"/>
              <a:gd name="connsiteY2" fmla="*/ 278864 h 6552184"/>
              <a:gd name="connsiteX3" fmla="*/ 6858000 w 6858000"/>
              <a:gd name="connsiteY3" fmla="*/ 349240 h 6552184"/>
              <a:gd name="connsiteX4" fmla="*/ 6858000 w 6858000"/>
              <a:gd name="connsiteY4" fmla="*/ 6202932 h 6552184"/>
              <a:gd name="connsiteX5" fmla="*/ 6850907 w 6858000"/>
              <a:gd name="connsiteY5" fmla="*/ 6273302 h 6552184"/>
              <a:gd name="connsiteX6" fmla="*/ 6508751 w 6858000"/>
              <a:gd name="connsiteY6" fmla="*/ 6552184 h 6552184"/>
              <a:gd name="connsiteX7" fmla="*/ 3679661 w 6858000"/>
              <a:gd name="connsiteY7" fmla="*/ 6552184 h 6552184"/>
              <a:gd name="connsiteX8" fmla="*/ 3429001 w 6858000"/>
              <a:gd name="connsiteY8" fmla="*/ 6301512 h 6552184"/>
              <a:gd name="connsiteX9" fmla="*/ 3178341 w 6858000"/>
              <a:gd name="connsiteY9" fmla="*/ 6050852 h 6552184"/>
              <a:gd name="connsiteX10" fmla="*/ 349250 w 6858000"/>
              <a:gd name="connsiteY10" fmla="*/ 6050852 h 6552184"/>
              <a:gd name="connsiteX11" fmla="*/ 0 w 6858000"/>
              <a:gd name="connsiteY11" fmla="*/ 5701602 h 6552184"/>
              <a:gd name="connsiteX12" fmla="*/ 0 w 6858000"/>
              <a:gd name="connsiteY12" fmla="*/ 349249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50" y="0"/>
                  <a:pt x="6818346" y="119716"/>
                  <a:pt x="6850907" y="278864"/>
                </a:cubicBezTo>
                <a:lnTo>
                  <a:pt x="6858000" y="349240"/>
                </a:lnTo>
                <a:lnTo>
                  <a:pt x="6858000" y="6202932"/>
                </a:lnTo>
                <a:lnTo>
                  <a:pt x="6850907" y="6273302"/>
                </a:lnTo>
                <a:cubicBezTo>
                  <a:pt x="6818346" y="6432441"/>
                  <a:pt x="6677550" y="6552184"/>
                  <a:pt x="6508751" y="6552184"/>
                </a:cubicBezTo>
                <a:lnTo>
                  <a:pt x="3679661" y="6552184"/>
                </a:lnTo>
                <a:cubicBezTo>
                  <a:pt x="3541224" y="6552184"/>
                  <a:pt x="3429001" y="6439916"/>
                  <a:pt x="3429001" y="6301512"/>
                </a:cubicBezTo>
                <a:cubicBezTo>
                  <a:pt x="3429001" y="6163075"/>
                  <a:pt x="3316777" y="6050852"/>
                  <a:pt x="3178341" y="6050852"/>
                </a:cubicBezTo>
                <a:lnTo>
                  <a:pt x="349250" y="6050852"/>
                </a:lnTo>
                <a:cubicBezTo>
                  <a:pt x="156365" y="6050852"/>
                  <a:pt x="0" y="5894483"/>
                  <a:pt x="0" y="5701602"/>
                </a:cubicBezTo>
                <a:lnTo>
                  <a:pt x="0" y="349249"/>
                </a:lnTo>
                <a:cubicBezTo>
                  <a:pt x="0" y="156364"/>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4" name="Content Placeholder 7">
            <a:extLst>
              <a:ext uri="{FF2B5EF4-FFF2-40B4-BE49-F238E27FC236}">
                <a16:creationId xmlns:a16="http://schemas.microsoft.com/office/drawing/2014/main" id="{2FA71202-73E3-EC77-A329-87C79A8076ED}"/>
              </a:ext>
            </a:extLst>
          </p:cNvPr>
          <p:cNvSpPr>
            <a:spLocks noGrp="1"/>
          </p:cNvSpPr>
          <p:nvPr>
            <p:ph sz="quarter" idx="14"/>
          </p:nvPr>
        </p:nvSpPr>
        <p:spPr>
          <a:xfrm>
            <a:off x="81535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Footer Placeholder 18">
            <a:extLst>
              <a:ext uri="{FF2B5EF4-FFF2-40B4-BE49-F238E27FC236}">
                <a16:creationId xmlns:a16="http://schemas.microsoft.com/office/drawing/2014/main" id="{71FBFF96-90E9-F38D-7DE9-B0F3618F7E2D}"/>
              </a:ext>
            </a:extLst>
          </p:cNvPr>
          <p:cNvSpPr>
            <a:spLocks noGrp="1"/>
          </p:cNvSpPr>
          <p:nvPr>
            <p:ph type="ftr" sz="quarter" idx="17"/>
          </p:nvPr>
        </p:nvSpPr>
        <p:spPr/>
        <p:txBody>
          <a:bodyPr/>
          <a:lstStyle/>
          <a:p>
            <a:r>
              <a:rPr lang="en-US"/>
              <a:t>Sample Footer Text</a:t>
            </a:r>
          </a:p>
        </p:txBody>
      </p:sp>
      <p:sp>
        <p:nvSpPr>
          <p:cNvPr id="18" name="Date Placeholder 17">
            <a:extLst>
              <a:ext uri="{FF2B5EF4-FFF2-40B4-BE49-F238E27FC236}">
                <a16:creationId xmlns:a16="http://schemas.microsoft.com/office/drawing/2014/main" id="{2F86AE26-3DEB-A585-586A-3E96D1C9222C}"/>
              </a:ext>
            </a:extLst>
          </p:cNvPr>
          <p:cNvSpPr>
            <a:spLocks noGrp="1"/>
          </p:cNvSpPr>
          <p:nvPr>
            <p:ph type="dt" sz="half" idx="16"/>
          </p:nvPr>
        </p:nvSpPr>
        <p:spPr/>
        <p:txBody>
          <a:bodyPr/>
          <a:lstStyle/>
          <a:p>
            <a:fld id="{649CB69A-2A75-F048-B0D8-F5328E5C18F8}" type="datetime1">
              <a:rPr lang="en-US" smtClean="0"/>
              <a:t>12/12/2025</a:t>
            </a:fld>
            <a:endParaRPr lang="en-US"/>
          </a:p>
        </p:txBody>
      </p:sp>
      <p:sp>
        <p:nvSpPr>
          <p:cNvPr id="20" name="Slide Number Placeholder 19">
            <a:extLst>
              <a:ext uri="{FF2B5EF4-FFF2-40B4-BE49-F238E27FC236}">
                <a16:creationId xmlns:a16="http://schemas.microsoft.com/office/drawing/2014/main" id="{61023988-9ADD-CF63-46AD-822C53C8584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574191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89B3-4BC0-8CBA-6C8C-DB3E149D9163}"/>
              </a:ext>
            </a:extLst>
          </p:cNvPr>
          <p:cNvSpPr>
            <a:spLocks noGrp="1"/>
          </p:cNvSpPr>
          <p:nvPr>
            <p:ph type="title"/>
          </p:nvPr>
        </p:nvSpPr>
        <p:spPr>
          <a:xfrm>
            <a:off x="381000" y="687787"/>
            <a:ext cx="3657600" cy="1479477"/>
          </a:xfrm>
        </p:spPr>
        <p:txBody>
          <a:bodyPr anchor="t">
            <a:normAutofit/>
          </a:bodyPr>
          <a:lstStyle>
            <a:lvl1pPr>
              <a:defRPr sz="3000"/>
            </a:lvl1pPr>
          </a:lstStyle>
          <a:p>
            <a:r>
              <a:rPr lang="en-US"/>
              <a:t>Click to edit Master title style</a:t>
            </a:r>
          </a:p>
        </p:txBody>
      </p:sp>
      <p:sp>
        <p:nvSpPr>
          <p:cNvPr id="4" name="Content Placeholder 7">
            <a:extLst>
              <a:ext uri="{FF2B5EF4-FFF2-40B4-BE49-F238E27FC236}">
                <a16:creationId xmlns:a16="http://schemas.microsoft.com/office/drawing/2014/main" id="{93D7441D-47D4-6327-58AD-E2323761EF43}"/>
              </a:ext>
            </a:extLst>
          </p:cNvPr>
          <p:cNvSpPr>
            <a:spLocks noGrp="1"/>
          </p:cNvSpPr>
          <p:nvPr>
            <p:ph sz="quarter" idx="14"/>
          </p:nvPr>
        </p:nvSpPr>
        <p:spPr>
          <a:xfrm>
            <a:off x="381124" y="2315569"/>
            <a:ext cx="3657600" cy="3399431"/>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BB15437-61C3-B4EF-E477-7EC4FFB3A231}"/>
              </a:ext>
            </a:extLst>
          </p:cNvPr>
          <p:cNvSpPr>
            <a:spLocks noGrp="1"/>
          </p:cNvSpPr>
          <p:nvPr>
            <p:ph type="pic" sz="quarter" idx="15"/>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p>
            <a:endParaRPr lang="en-US"/>
          </a:p>
        </p:txBody>
      </p:sp>
      <p:sp>
        <p:nvSpPr>
          <p:cNvPr id="15" name="Footer Placeholder 14">
            <a:extLst>
              <a:ext uri="{FF2B5EF4-FFF2-40B4-BE49-F238E27FC236}">
                <a16:creationId xmlns:a16="http://schemas.microsoft.com/office/drawing/2014/main" id="{7FE5C307-6369-CF58-0A50-89212DFBD1CB}"/>
              </a:ext>
            </a:extLst>
          </p:cNvPr>
          <p:cNvSpPr>
            <a:spLocks noGrp="1"/>
          </p:cNvSpPr>
          <p:nvPr>
            <p:ph type="ftr" sz="quarter" idx="17"/>
          </p:nvPr>
        </p:nvSpPr>
        <p:spPr/>
        <p:txBody>
          <a:bodyPr/>
          <a:lstStyle/>
          <a:p>
            <a:r>
              <a:rPr lang="en-US"/>
              <a:t>Sample Footer Text</a:t>
            </a:r>
          </a:p>
        </p:txBody>
      </p:sp>
      <p:sp>
        <p:nvSpPr>
          <p:cNvPr id="14" name="Date Placeholder 13">
            <a:extLst>
              <a:ext uri="{FF2B5EF4-FFF2-40B4-BE49-F238E27FC236}">
                <a16:creationId xmlns:a16="http://schemas.microsoft.com/office/drawing/2014/main" id="{7EC422F6-7257-B0F1-4018-B56FEDC412E4}"/>
              </a:ext>
            </a:extLst>
          </p:cNvPr>
          <p:cNvSpPr>
            <a:spLocks noGrp="1"/>
          </p:cNvSpPr>
          <p:nvPr>
            <p:ph type="dt" sz="half" idx="16"/>
          </p:nvPr>
        </p:nvSpPr>
        <p:spPr/>
        <p:txBody>
          <a:bodyPr/>
          <a:lstStyle/>
          <a:p>
            <a:fld id="{CB04B35F-5075-784C-9FF4-85B4381265F5}" type="datetime1">
              <a:rPr lang="en-US" smtClean="0"/>
              <a:t>12/12/2025</a:t>
            </a:fld>
            <a:endParaRPr lang="en-US"/>
          </a:p>
        </p:txBody>
      </p:sp>
      <p:sp>
        <p:nvSpPr>
          <p:cNvPr id="16" name="Slide Number Placeholder 15">
            <a:extLst>
              <a:ext uri="{FF2B5EF4-FFF2-40B4-BE49-F238E27FC236}">
                <a16:creationId xmlns:a16="http://schemas.microsoft.com/office/drawing/2014/main" id="{0E28D06D-C260-17A4-72EE-F62EE249E4C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462785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B270E86-172E-E52F-5FA2-F43C6B876A1F}"/>
              </a:ext>
            </a:extLst>
          </p:cNvPr>
          <p:cNvSpPr>
            <a:spLocks noGrp="1"/>
          </p:cNvSpPr>
          <p:nvPr>
            <p:ph type="title"/>
          </p:nvPr>
        </p:nvSpPr>
        <p:spPr>
          <a:xfrm>
            <a:off x="7239000" y="685799"/>
            <a:ext cx="4572000" cy="1142665"/>
          </a:xfrm>
        </p:spPr>
        <p:txBody>
          <a:bodyPr anchor="t">
            <a:normAutofit/>
          </a:bodyPr>
          <a:lstStyle>
            <a:lvl1pPr>
              <a:defRPr sz="3000"/>
            </a:lvl1pPr>
          </a:lstStyle>
          <a:p>
            <a:r>
              <a:rPr lang="en-US"/>
              <a:t>Click to edit Master title style</a:t>
            </a:r>
          </a:p>
        </p:txBody>
      </p:sp>
      <p:sp>
        <p:nvSpPr>
          <p:cNvPr id="23" name="Picture Placeholder 22">
            <a:extLst>
              <a:ext uri="{FF2B5EF4-FFF2-40B4-BE49-F238E27FC236}">
                <a16:creationId xmlns:a16="http://schemas.microsoft.com/office/drawing/2014/main" id="{A09759E0-34BA-620A-7C02-5DD57D991C19}"/>
              </a:ext>
            </a:extLst>
          </p:cNvPr>
          <p:cNvSpPr>
            <a:spLocks noGrp="1"/>
          </p:cNvSpPr>
          <p:nvPr>
            <p:ph type="pic" sz="quarter" idx="15"/>
          </p:nvPr>
        </p:nvSpPr>
        <p:spPr>
          <a:xfrm>
            <a:off x="152400"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4 h 6552184"/>
              <a:gd name="connsiteX3" fmla="*/ 5943599 w 5943599"/>
              <a:gd name="connsiteY3" fmla="*/ 349240 h 6552184"/>
              <a:gd name="connsiteX4" fmla="*/ 5943599 w 5943599"/>
              <a:gd name="connsiteY4" fmla="*/ 6202933 h 6552184"/>
              <a:gd name="connsiteX5" fmla="*/ 5936505 w 5943599"/>
              <a:gd name="connsiteY5" fmla="*/ 6273302 h 6552184"/>
              <a:gd name="connsiteX6" fmla="*/ 5594350 w 5943599"/>
              <a:gd name="connsiteY6" fmla="*/ 6552184 h 6552184"/>
              <a:gd name="connsiteX7" fmla="*/ 3222460 w 5943599"/>
              <a:gd name="connsiteY7" fmla="*/ 6552184 h 6552184"/>
              <a:gd name="connsiteX8" fmla="*/ 2971800 w 5943599"/>
              <a:gd name="connsiteY8" fmla="*/ 6301512 h 6552184"/>
              <a:gd name="connsiteX9" fmla="*/ 2721140 w 5943599"/>
              <a:gd name="connsiteY9" fmla="*/ 6050852 h 6552184"/>
              <a:gd name="connsiteX10" fmla="*/ 349249 w 5943599"/>
              <a:gd name="connsiteY10" fmla="*/ 6050852 h 6552184"/>
              <a:gd name="connsiteX11" fmla="*/ 7095 w 5943599"/>
              <a:gd name="connsiteY11" fmla="*/ 5771987 h 6552184"/>
              <a:gd name="connsiteX12" fmla="*/ 0 w 5943599"/>
              <a:gd name="connsiteY12" fmla="*/ 5701612 h 6552184"/>
              <a:gd name="connsiteX13" fmla="*/ 0 w 5943599"/>
              <a:gd name="connsiteY13" fmla="*/ 349239 h 6552184"/>
              <a:gd name="connsiteX14" fmla="*/ 7095 w 5943599"/>
              <a:gd name="connsiteY14" fmla="*/ 278863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7" y="0"/>
                  <a:pt x="5903939" y="119716"/>
                  <a:pt x="5936505" y="278864"/>
                </a:cubicBezTo>
                <a:lnTo>
                  <a:pt x="5943599" y="349240"/>
                </a:lnTo>
                <a:lnTo>
                  <a:pt x="5943599" y="6202933"/>
                </a:lnTo>
                <a:lnTo>
                  <a:pt x="5936505" y="6273302"/>
                </a:lnTo>
                <a:cubicBezTo>
                  <a:pt x="5903939" y="6432441"/>
                  <a:pt x="5763127" y="6552184"/>
                  <a:pt x="5594350" y="6552184"/>
                </a:cubicBezTo>
                <a:lnTo>
                  <a:pt x="3222460" y="6552184"/>
                </a:lnTo>
                <a:cubicBezTo>
                  <a:pt x="3084023" y="6552184"/>
                  <a:pt x="2971800" y="6439916"/>
                  <a:pt x="2971800" y="6301512"/>
                </a:cubicBezTo>
                <a:cubicBezTo>
                  <a:pt x="2971800" y="6163075"/>
                  <a:pt x="2859576" y="6050852"/>
                  <a:pt x="2721140" y="6050852"/>
                </a:cubicBezTo>
                <a:lnTo>
                  <a:pt x="349249" y="6050852"/>
                </a:lnTo>
                <a:cubicBezTo>
                  <a:pt x="180474" y="6050852"/>
                  <a:pt x="39661" y="5931132"/>
                  <a:pt x="7095" y="5771987"/>
                </a:cubicBezTo>
                <a:lnTo>
                  <a:pt x="0" y="5701612"/>
                </a:lnTo>
                <a:lnTo>
                  <a:pt x="0" y="349239"/>
                </a:lnTo>
                <a:lnTo>
                  <a:pt x="7095" y="278863"/>
                </a:lnTo>
                <a:cubicBezTo>
                  <a:pt x="39661" y="119716"/>
                  <a:pt x="180474" y="0"/>
                  <a:pt x="349249" y="0"/>
                </a:cubicBezTo>
                <a:close/>
              </a:path>
            </a:pathLst>
          </a:custGeom>
          <a:blipFill>
            <a:blip r:embed="rId2">
              <a:alphaModFix amt="60000"/>
            </a:blip>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63B76838-CF87-13E2-3FB4-2C33A18A42E1}"/>
              </a:ext>
            </a:extLst>
          </p:cNvPr>
          <p:cNvSpPr>
            <a:spLocks noGrp="1"/>
          </p:cNvSpPr>
          <p:nvPr>
            <p:ph sz="quarter" idx="14"/>
          </p:nvPr>
        </p:nvSpPr>
        <p:spPr>
          <a:xfrm>
            <a:off x="7239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Footer Placeholder 24">
            <a:extLst>
              <a:ext uri="{FF2B5EF4-FFF2-40B4-BE49-F238E27FC236}">
                <a16:creationId xmlns:a16="http://schemas.microsoft.com/office/drawing/2014/main" id="{8ADBC95E-510D-3B2D-86CA-02B88C4B2F68}"/>
              </a:ext>
            </a:extLst>
          </p:cNvPr>
          <p:cNvSpPr>
            <a:spLocks noGrp="1"/>
          </p:cNvSpPr>
          <p:nvPr>
            <p:ph type="ftr" sz="quarter" idx="17"/>
          </p:nvPr>
        </p:nvSpPr>
        <p:spPr>
          <a:xfrm>
            <a:off x="152400" y="6347057"/>
            <a:ext cx="2286000" cy="365125"/>
          </a:xfrm>
        </p:spPr>
        <p:txBody>
          <a:bodyPr/>
          <a:lstStyle/>
          <a:p>
            <a:r>
              <a:rPr lang="en-US"/>
              <a:t>Sample Footer Text</a:t>
            </a:r>
          </a:p>
        </p:txBody>
      </p:sp>
      <p:sp>
        <p:nvSpPr>
          <p:cNvPr id="24" name="Date Placeholder 23">
            <a:extLst>
              <a:ext uri="{FF2B5EF4-FFF2-40B4-BE49-F238E27FC236}">
                <a16:creationId xmlns:a16="http://schemas.microsoft.com/office/drawing/2014/main" id="{17BCEDA5-95B9-E7B2-CAB5-29E3BD272080}"/>
              </a:ext>
            </a:extLst>
          </p:cNvPr>
          <p:cNvSpPr>
            <a:spLocks noGrp="1"/>
          </p:cNvSpPr>
          <p:nvPr>
            <p:ph type="dt" sz="half" idx="16"/>
          </p:nvPr>
        </p:nvSpPr>
        <p:spPr/>
        <p:txBody>
          <a:bodyPr/>
          <a:lstStyle/>
          <a:p>
            <a:fld id="{D90E99A5-9B5B-654B-AFAE-033D0C138539}" type="datetime1">
              <a:rPr lang="en-US" smtClean="0"/>
              <a:t>12/12/2025</a:t>
            </a:fld>
            <a:endParaRPr lang="en-US"/>
          </a:p>
        </p:txBody>
      </p:sp>
      <p:sp>
        <p:nvSpPr>
          <p:cNvPr id="26" name="Slide Number Placeholder 25">
            <a:extLst>
              <a:ext uri="{FF2B5EF4-FFF2-40B4-BE49-F238E27FC236}">
                <a16:creationId xmlns:a16="http://schemas.microsoft.com/office/drawing/2014/main" id="{B0979856-E127-0071-5A89-58D930F576D1}"/>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773997-CD4B-E689-3BAF-0C9897FE8A08}"/>
              </a:ext>
            </a:extLst>
          </p:cNvPr>
          <p:cNvSpPr>
            <a:spLocks noGrp="1"/>
          </p:cNvSpPr>
          <p:nvPr>
            <p:ph type="title"/>
          </p:nvPr>
        </p:nvSpPr>
        <p:spPr>
          <a:xfrm>
            <a:off x="381000" y="685799"/>
            <a:ext cx="4572000" cy="1142665"/>
          </a:xfrm>
        </p:spPr>
        <p:txBody>
          <a:bodyPr anchor="t">
            <a:normAutofit/>
          </a:bodyPr>
          <a:lstStyle>
            <a:lvl1pPr>
              <a:defRPr sz="3000"/>
            </a:lvl1pPr>
          </a:lstStyle>
          <a:p>
            <a:r>
              <a:rPr lang="en-US"/>
              <a:t>Click to edit Master title style</a:t>
            </a:r>
          </a:p>
        </p:txBody>
      </p:sp>
      <p:sp>
        <p:nvSpPr>
          <p:cNvPr id="5" name="Content Placeholder 7">
            <a:extLst>
              <a:ext uri="{FF2B5EF4-FFF2-40B4-BE49-F238E27FC236}">
                <a16:creationId xmlns:a16="http://schemas.microsoft.com/office/drawing/2014/main" id="{24EBD2AD-58AA-F811-7CF8-B1ED45891343}"/>
              </a:ext>
            </a:extLst>
          </p:cNvPr>
          <p:cNvSpPr>
            <a:spLocks noGrp="1"/>
          </p:cNvSpPr>
          <p:nvPr>
            <p:ph sz="quarter" idx="14"/>
          </p:nvPr>
        </p:nvSpPr>
        <p:spPr>
          <a:xfrm>
            <a:off x="381000" y="1975104"/>
            <a:ext cx="4572000" cy="4197097"/>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D095B35F-B5A5-E348-6D44-317477DFD782}"/>
              </a:ext>
            </a:extLst>
          </p:cNvPr>
          <p:cNvSpPr>
            <a:spLocks noGrp="1"/>
          </p:cNvSpPr>
          <p:nvPr>
            <p:ph type="pic" sz="quarter" idx="15"/>
          </p:nvPr>
        </p:nvSpPr>
        <p:spPr>
          <a:xfrm>
            <a:off x="6096001" y="153417"/>
            <a:ext cx="5943599" cy="6552184"/>
          </a:xfrm>
          <a:custGeom>
            <a:avLst/>
            <a:gdLst>
              <a:gd name="connsiteX0" fmla="*/ 349249 w 5943599"/>
              <a:gd name="connsiteY0" fmla="*/ 0 h 6552184"/>
              <a:gd name="connsiteX1" fmla="*/ 5594350 w 5943599"/>
              <a:gd name="connsiteY1" fmla="*/ 0 h 6552184"/>
              <a:gd name="connsiteX2" fmla="*/ 5936505 w 5943599"/>
              <a:gd name="connsiteY2" fmla="*/ 278863 h 6552184"/>
              <a:gd name="connsiteX3" fmla="*/ 5943599 w 5943599"/>
              <a:gd name="connsiteY3" fmla="*/ 349239 h 6552184"/>
              <a:gd name="connsiteX4" fmla="*/ 5943599 w 5943599"/>
              <a:gd name="connsiteY4" fmla="*/ 5701613 h 6552184"/>
              <a:gd name="connsiteX5" fmla="*/ 5936505 w 5943599"/>
              <a:gd name="connsiteY5" fmla="*/ 5771987 h 6552184"/>
              <a:gd name="connsiteX6" fmla="*/ 5594350 w 5943599"/>
              <a:gd name="connsiteY6" fmla="*/ 6050852 h 6552184"/>
              <a:gd name="connsiteX7" fmla="*/ 3222459 w 5943599"/>
              <a:gd name="connsiteY7" fmla="*/ 6050852 h 6552184"/>
              <a:gd name="connsiteX8" fmla="*/ 2971799 w 5943599"/>
              <a:gd name="connsiteY8" fmla="*/ 6301512 h 6552184"/>
              <a:gd name="connsiteX9" fmla="*/ 2721139 w 5943599"/>
              <a:gd name="connsiteY9" fmla="*/ 6552184 h 6552184"/>
              <a:gd name="connsiteX10" fmla="*/ 349249 w 5943599"/>
              <a:gd name="connsiteY10" fmla="*/ 6552184 h 6552184"/>
              <a:gd name="connsiteX11" fmla="*/ 7095 w 5943599"/>
              <a:gd name="connsiteY11" fmla="*/ 6273302 h 6552184"/>
              <a:gd name="connsiteX12" fmla="*/ 0 w 5943599"/>
              <a:gd name="connsiteY12" fmla="*/ 6202932 h 6552184"/>
              <a:gd name="connsiteX13" fmla="*/ 0 w 5943599"/>
              <a:gd name="connsiteY13" fmla="*/ 349240 h 6552184"/>
              <a:gd name="connsiteX14" fmla="*/ 7095 w 5943599"/>
              <a:gd name="connsiteY14" fmla="*/ 278864 h 6552184"/>
              <a:gd name="connsiteX15" fmla="*/ 349249 w 5943599"/>
              <a:gd name="connsiteY15"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43599" h="6552184">
                <a:moveTo>
                  <a:pt x="349249" y="0"/>
                </a:moveTo>
                <a:lnTo>
                  <a:pt x="5594350" y="0"/>
                </a:lnTo>
                <a:cubicBezTo>
                  <a:pt x="5763125" y="0"/>
                  <a:pt x="5903938" y="119716"/>
                  <a:pt x="5936505" y="278863"/>
                </a:cubicBezTo>
                <a:lnTo>
                  <a:pt x="5943599" y="349239"/>
                </a:lnTo>
                <a:lnTo>
                  <a:pt x="5943599" y="5701613"/>
                </a:lnTo>
                <a:lnTo>
                  <a:pt x="5936505" y="5771987"/>
                </a:lnTo>
                <a:cubicBezTo>
                  <a:pt x="5903938" y="5931132"/>
                  <a:pt x="5763125" y="6050852"/>
                  <a:pt x="5594350" y="6050852"/>
                </a:cubicBezTo>
                <a:lnTo>
                  <a:pt x="3222459" y="6050852"/>
                </a:lnTo>
                <a:cubicBezTo>
                  <a:pt x="3084023" y="6050852"/>
                  <a:pt x="2971799" y="6163075"/>
                  <a:pt x="2971799" y="6301512"/>
                </a:cubicBezTo>
                <a:cubicBezTo>
                  <a:pt x="2971799" y="6439916"/>
                  <a:pt x="2859576" y="6552184"/>
                  <a:pt x="2721139" y="6552184"/>
                </a:cubicBezTo>
                <a:lnTo>
                  <a:pt x="349249" y="6552184"/>
                </a:lnTo>
                <a:cubicBezTo>
                  <a:pt x="180472" y="6552184"/>
                  <a:pt x="39661" y="6432441"/>
                  <a:pt x="7095" y="6273302"/>
                </a:cubicBezTo>
                <a:lnTo>
                  <a:pt x="0" y="6202932"/>
                </a:lnTo>
                <a:lnTo>
                  <a:pt x="0" y="349240"/>
                </a:lnTo>
                <a:lnTo>
                  <a:pt x="7095" y="278864"/>
                </a:lnTo>
                <a:cubicBezTo>
                  <a:pt x="39661" y="119716"/>
                  <a:pt x="180472" y="0"/>
                  <a:pt x="349249" y="0"/>
                </a:cubicBezTo>
                <a:close/>
              </a:path>
            </a:pathLst>
          </a:custGeom>
          <a:blipFill>
            <a:blip r:embed="rId2">
              <a:alphaModFix amt="60000"/>
            </a:blip>
            <a:stretch>
              <a:fillRect/>
            </a:stretch>
          </a:blipFill>
        </p:spPr>
        <p:txBody>
          <a:bodyPr wrap="square">
            <a:noAutofit/>
          </a:bodyPr>
          <a:lstStyle/>
          <a:p>
            <a:endParaRPr lang="en-US"/>
          </a:p>
        </p:txBody>
      </p:sp>
      <p:sp>
        <p:nvSpPr>
          <p:cNvPr id="16" name="Footer Placeholder 15">
            <a:extLst>
              <a:ext uri="{FF2B5EF4-FFF2-40B4-BE49-F238E27FC236}">
                <a16:creationId xmlns:a16="http://schemas.microsoft.com/office/drawing/2014/main" id="{85197084-03D2-BA85-1A71-C94937FB0C74}"/>
              </a:ext>
            </a:extLst>
          </p:cNvPr>
          <p:cNvSpPr>
            <a:spLocks noGrp="1"/>
          </p:cNvSpPr>
          <p:nvPr>
            <p:ph type="ftr" sz="quarter" idx="17"/>
          </p:nvPr>
        </p:nvSpPr>
        <p:spPr/>
        <p:txBody>
          <a:bodyPr/>
          <a:lstStyle/>
          <a:p>
            <a:r>
              <a:rPr lang="en-US"/>
              <a:t>Sample Footer Text</a:t>
            </a:r>
          </a:p>
        </p:txBody>
      </p:sp>
      <p:sp>
        <p:nvSpPr>
          <p:cNvPr id="15" name="Date Placeholder 14">
            <a:extLst>
              <a:ext uri="{FF2B5EF4-FFF2-40B4-BE49-F238E27FC236}">
                <a16:creationId xmlns:a16="http://schemas.microsoft.com/office/drawing/2014/main" id="{5DD74A05-12EB-2CFB-1BE4-790E0060392D}"/>
              </a:ext>
            </a:extLst>
          </p:cNvPr>
          <p:cNvSpPr>
            <a:spLocks noGrp="1"/>
          </p:cNvSpPr>
          <p:nvPr>
            <p:ph type="dt" sz="half" idx="16"/>
          </p:nvPr>
        </p:nvSpPr>
        <p:spPr/>
        <p:txBody>
          <a:bodyPr/>
          <a:lstStyle/>
          <a:p>
            <a:fld id="{018FC212-A04D-EC40-A3FF-C37DE82847B2}" type="datetime1">
              <a:rPr lang="en-US" smtClean="0"/>
              <a:t>12/12/2025</a:t>
            </a:fld>
            <a:endParaRPr lang="en-US"/>
          </a:p>
        </p:txBody>
      </p:sp>
      <p:sp>
        <p:nvSpPr>
          <p:cNvPr id="17" name="Slide Number Placeholder 16">
            <a:extLst>
              <a:ext uri="{FF2B5EF4-FFF2-40B4-BE49-F238E27FC236}">
                <a16:creationId xmlns:a16="http://schemas.microsoft.com/office/drawing/2014/main" id="{3D1CC9AC-FA0F-A8C9-DB39-662464481C73}"/>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440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9561B74-B661-DA6C-F6CF-F6ACE60051C0}"/>
              </a:ext>
            </a:extLst>
          </p:cNvPr>
          <p:cNvSpPr>
            <a:spLocks noGrp="1"/>
          </p:cNvSpPr>
          <p:nvPr>
            <p:ph type="title"/>
          </p:nvPr>
        </p:nvSpPr>
        <p:spPr>
          <a:xfrm>
            <a:off x="381000" y="4345531"/>
            <a:ext cx="2971800" cy="1826669"/>
          </a:xfrm>
        </p:spPr>
        <p:txBody>
          <a:bodyPr anchor="t">
            <a:normAutofit/>
          </a:bodyPr>
          <a:lstStyle>
            <a:lvl1pPr>
              <a:defRPr sz="3000"/>
            </a:lvl1pPr>
          </a:lstStyle>
          <a:p>
            <a:r>
              <a:rPr lang="en-US"/>
              <a:t>Click to edit Master title style</a:t>
            </a:r>
          </a:p>
        </p:txBody>
      </p:sp>
      <p:sp>
        <p:nvSpPr>
          <p:cNvPr id="14" name="Picture Placeholder 13">
            <a:extLst>
              <a:ext uri="{FF2B5EF4-FFF2-40B4-BE49-F238E27FC236}">
                <a16:creationId xmlns:a16="http://schemas.microsoft.com/office/drawing/2014/main" id="{9DBA1807-8655-C7D6-98CF-2A2A8943833B}"/>
              </a:ext>
            </a:extLst>
          </p:cNvPr>
          <p:cNvSpPr>
            <a:spLocks noGrp="1"/>
          </p:cNvSpPr>
          <p:nvPr>
            <p:ph type="pic" sz="quarter" idx="15"/>
          </p:nvPr>
        </p:nvSpPr>
        <p:spPr>
          <a:xfrm>
            <a:off x="152401" y="152400"/>
            <a:ext cx="11887199" cy="3657600"/>
          </a:xfrm>
          <a:custGeom>
            <a:avLst/>
            <a:gdLst>
              <a:gd name="connsiteX0" fmla="*/ 349250 w 11887199"/>
              <a:gd name="connsiteY0" fmla="*/ 0 h 3657600"/>
              <a:gd name="connsiteX1" fmla="*/ 5672932 w 11887199"/>
              <a:gd name="connsiteY1" fmla="*/ 0 h 3657600"/>
              <a:gd name="connsiteX2" fmla="*/ 5943600 w 11887199"/>
              <a:gd name="connsiteY2" fmla="*/ 270704 h 3657600"/>
              <a:gd name="connsiteX3" fmla="*/ 6214268 w 11887199"/>
              <a:gd name="connsiteY3" fmla="*/ 541408 h 3657600"/>
              <a:gd name="connsiteX4" fmla="*/ 11537949 w 11887199"/>
              <a:gd name="connsiteY4" fmla="*/ 541408 h 3657600"/>
              <a:gd name="connsiteX5" fmla="*/ 11887199 w 11887199"/>
              <a:gd name="connsiteY5" fmla="*/ 890707 h 3657600"/>
              <a:gd name="connsiteX6" fmla="*/ 11887199 w 11887199"/>
              <a:gd name="connsiteY6" fmla="*/ 3308302 h 3657600"/>
              <a:gd name="connsiteX7" fmla="*/ 11608343 w 11887199"/>
              <a:gd name="connsiteY7" fmla="*/ 3650505 h 3657600"/>
              <a:gd name="connsiteX8" fmla="*/ 11537959 w 11887199"/>
              <a:gd name="connsiteY8" fmla="*/ 3657600 h 3657600"/>
              <a:gd name="connsiteX9" fmla="*/ 349240 w 11887199"/>
              <a:gd name="connsiteY9" fmla="*/ 3657600 h 3657600"/>
              <a:gd name="connsiteX10" fmla="*/ 278864 w 11887199"/>
              <a:gd name="connsiteY10" fmla="*/ 3650505 h 3657600"/>
              <a:gd name="connsiteX11" fmla="*/ 0 w 11887199"/>
              <a:gd name="connsiteY11" fmla="*/ 3308302 h 3657600"/>
              <a:gd name="connsiteX12" fmla="*/ 0 w 11887199"/>
              <a:gd name="connsiteY12" fmla="*/ 349300 h 3657600"/>
              <a:gd name="connsiteX13" fmla="*/ 349250 w 11887199"/>
              <a:gd name="connsiteY13"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87199" h="3657600">
                <a:moveTo>
                  <a:pt x="349250" y="0"/>
                </a:moveTo>
                <a:lnTo>
                  <a:pt x="5672932" y="0"/>
                </a:lnTo>
                <a:cubicBezTo>
                  <a:pt x="5822416" y="0"/>
                  <a:pt x="5943600" y="121198"/>
                  <a:pt x="5943600" y="270704"/>
                </a:cubicBezTo>
                <a:cubicBezTo>
                  <a:pt x="5943600" y="420210"/>
                  <a:pt x="6064783" y="541408"/>
                  <a:pt x="6214268" y="541408"/>
                </a:cubicBezTo>
                <a:lnTo>
                  <a:pt x="11537949" y="541408"/>
                </a:lnTo>
                <a:cubicBezTo>
                  <a:pt x="11730862" y="541408"/>
                  <a:pt x="11887199" y="697793"/>
                  <a:pt x="11887199" y="890707"/>
                </a:cubicBezTo>
                <a:lnTo>
                  <a:pt x="11887199" y="3308302"/>
                </a:lnTo>
                <a:cubicBezTo>
                  <a:pt x="11887199" y="3477103"/>
                  <a:pt x="11767503" y="3617934"/>
                  <a:pt x="11608343" y="3650505"/>
                </a:cubicBezTo>
                <a:lnTo>
                  <a:pt x="11537959" y="3657600"/>
                </a:lnTo>
                <a:lnTo>
                  <a:pt x="349240" y="3657600"/>
                </a:lnTo>
                <a:lnTo>
                  <a:pt x="278864" y="3650505"/>
                </a:lnTo>
                <a:cubicBezTo>
                  <a:pt x="119716" y="3617934"/>
                  <a:pt x="0" y="3477103"/>
                  <a:pt x="0" y="3308302"/>
                </a:cubicBezTo>
                <a:lnTo>
                  <a:pt x="0" y="349300"/>
                </a:lnTo>
                <a:cubicBezTo>
                  <a:pt x="0" y="156387"/>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F5C25ADA-14EB-6461-E2F0-23804E9719DE}"/>
              </a:ext>
            </a:extLst>
          </p:cNvPr>
          <p:cNvSpPr>
            <a:spLocks noGrp="1"/>
          </p:cNvSpPr>
          <p:nvPr>
            <p:ph sz="quarter" idx="14"/>
          </p:nvPr>
        </p:nvSpPr>
        <p:spPr>
          <a:xfrm>
            <a:off x="4082939" y="4345530"/>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1447E62-D723-1AD3-FCE7-8C1C684F1AE2}"/>
              </a:ext>
            </a:extLst>
          </p:cNvPr>
          <p:cNvSpPr>
            <a:spLocks noGrp="1"/>
          </p:cNvSpPr>
          <p:nvPr>
            <p:ph type="ftr" sz="quarter" idx="11"/>
          </p:nvPr>
        </p:nvSpPr>
        <p:spPr>
          <a:xfrm>
            <a:off x="6280176" y="152400"/>
            <a:ext cx="3200400" cy="365125"/>
          </a:xfrm>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45E8C42D-01F2-2431-12B7-49150F0EB1EC}"/>
              </a:ext>
            </a:extLst>
          </p:cNvPr>
          <p:cNvSpPr>
            <a:spLocks noGrp="1"/>
          </p:cNvSpPr>
          <p:nvPr>
            <p:ph type="dt" sz="half" idx="10"/>
          </p:nvPr>
        </p:nvSpPr>
        <p:spPr>
          <a:xfrm>
            <a:off x="9531099" y="152400"/>
            <a:ext cx="1800171" cy="365125"/>
          </a:xfrm>
        </p:spPr>
        <p:txBody>
          <a:bodyPr/>
          <a:lstStyle>
            <a:lvl1pPr>
              <a:defRPr>
                <a:solidFill>
                  <a:schemeClr val="tx1"/>
                </a:solidFill>
              </a:defRPr>
            </a:lvl1pPr>
          </a:lstStyle>
          <a:p>
            <a:fld id="{BE0F28E2-1197-1343-806E-BC1F6DA16A33}" type="datetime1">
              <a:rPr lang="en-US" smtClean="0"/>
              <a:t>12/12/2025</a:t>
            </a:fld>
            <a:endParaRPr lang="en-US"/>
          </a:p>
        </p:txBody>
      </p:sp>
      <p:sp>
        <p:nvSpPr>
          <p:cNvPr id="9" name="Slide Number Placeholder 11">
            <a:extLst>
              <a:ext uri="{FF2B5EF4-FFF2-40B4-BE49-F238E27FC236}">
                <a16:creationId xmlns:a16="http://schemas.microsoft.com/office/drawing/2014/main" id="{2640E1DF-A13A-6148-B46F-FE494C764D32}"/>
              </a:ext>
            </a:extLst>
          </p:cNvPr>
          <p:cNvSpPr>
            <a:spLocks noGrp="1"/>
          </p:cNvSpPr>
          <p:nvPr>
            <p:ph type="sldNum" sz="quarter" idx="12"/>
          </p:nvPr>
        </p:nvSpPr>
        <p:spPr>
          <a:xfrm>
            <a:off x="11381793" y="15240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47B94B1-4C38-393F-A72D-C7C641B0A979}"/>
              </a:ext>
            </a:extLst>
          </p:cNvPr>
          <p:cNvSpPr>
            <a:spLocks noGrp="1"/>
          </p:cNvSpPr>
          <p:nvPr>
            <p:ph type="title"/>
          </p:nvPr>
        </p:nvSpPr>
        <p:spPr>
          <a:xfrm>
            <a:off x="381000" y="685800"/>
            <a:ext cx="2971800" cy="1826669"/>
          </a:xfrm>
        </p:spPr>
        <p:txBody>
          <a:bodyPr anchor="t">
            <a:normAutofit/>
          </a:bodyPr>
          <a:lstStyle>
            <a:lvl1pPr>
              <a:defRPr sz="3000"/>
            </a:lvl1pPr>
          </a:lstStyle>
          <a:p>
            <a:r>
              <a:rPr lang="en-US"/>
              <a:t>Click to edit Master title style</a:t>
            </a:r>
          </a:p>
        </p:txBody>
      </p:sp>
      <p:sp>
        <p:nvSpPr>
          <p:cNvPr id="13" name="Content Placeholder 7">
            <a:extLst>
              <a:ext uri="{FF2B5EF4-FFF2-40B4-BE49-F238E27FC236}">
                <a16:creationId xmlns:a16="http://schemas.microsoft.com/office/drawing/2014/main" id="{545D6F5E-CDF1-973E-993B-489A3F29246A}"/>
              </a:ext>
            </a:extLst>
          </p:cNvPr>
          <p:cNvSpPr>
            <a:spLocks noGrp="1"/>
          </p:cNvSpPr>
          <p:nvPr>
            <p:ph sz="quarter" idx="14"/>
          </p:nvPr>
        </p:nvSpPr>
        <p:spPr>
          <a:xfrm>
            <a:off x="4082939" y="685799"/>
            <a:ext cx="7728061" cy="1826671"/>
          </a:xfrm>
        </p:spPr>
        <p:txBody>
          <a:bodyPr vert="horz" lIns="91440" tIns="45720" rIns="91440" bIns="45720" rtlCol="0" anchor="t">
            <a:normAutofit/>
          </a:bodyPr>
          <a:lstStyle>
            <a:lvl1pPr marL="0" indent="0">
              <a:buNone/>
              <a:defRPr lang="en-US" b="0" dirty="0"/>
            </a:lvl1pPr>
            <a:lvl2pPr marL="228600" indent="0">
              <a:buNone/>
              <a:defRPr lang="en-US" b="0" dirty="0"/>
            </a:lvl2pPr>
            <a:lvl3pPr marL="457200" indent="0">
              <a:buNone/>
              <a:defRPr lang="en-US" b="0" dirty="0"/>
            </a:lvl3pPr>
            <a:lvl4pPr marL="685800" indent="0">
              <a:buNone/>
              <a:defRPr lang="en-US" b="0" dirty="0"/>
            </a:lvl4pPr>
            <a:lvl5pPr marL="914400" indent="0">
              <a:buNone/>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DB02DF14-5E7A-A865-A415-188A8F69716F}"/>
              </a:ext>
            </a:extLst>
          </p:cNvPr>
          <p:cNvSpPr>
            <a:spLocks noGrp="1"/>
          </p:cNvSpPr>
          <p:nvPr>
            <p:ph type="pic" sz="quarter" idx="15"/>
          </p:nvPr>
        </p:nvSpPr>
        <p:spPr>
          <a:xfrm>
            <a:off x="152401" y="3054854"/>
            <a:ext cx="11887199" cy="3657600"/>
          </a:xfrm>
          <a:custGeom>
            <a:avLst/>
            <a:gdLst>
              <a:gd name="connsiteX0" fmla="*/ 349240 w 11887199"/>
              <a:gd name="connsiteY0" fmla="*/ 0 h 3657600"/>
              <a:gd name="connsiteX1" fmla="*/ 11537959 w 11887199"/>
              <a:gd name="connsiteY1" fmla="*/ 0 h 3657600"/>
              <a:gd name="connsiteX2" fmla="*/ 11608343 w 11887199"/>
              <a:gd name="connsiteY2" fmla="*/ 7096 h 3657600"/>
              <a:gd name="connsiteX3" fmla="*/ 11887199 w 11887199"/>
              <a:gd name="connsiteY3" fmla="*/ 349299 h 3657600"/>
              <a:gd name="connsiteX4" fmla="*/ 11887199 w 11887199"/>
              <a:gd name="connsiteY4" fmla="*/ 2766893 h 3657600"/>
              <a:gd name="connsiteX5" fmla="*/ 11537949 w 11887199"/>
              <a:gd name="connsiteY5" fmla="*/ 3116193 h 3657600"/>
              <a:gd name="connsiteX6" fmla="*/ 6214268 w 11887199"/>
              <a:gd name="connsiteY6" fmla="*/ 3116193 h 3657600"/>
              <a:gd name="connsiteX7" fmla="*/ 5943600 w 11887199"/>
              <a:gd name="connsiteY7" fmla="*/ 3386896 h 3657600"/>
              <a:gd name="connsiteX8" fmla="*/ 5672932 w 11887199"/>
              <a:gd name="connsiteY8" fmla="*/ 3657600 h 3657600"/>
              <a:gd name="connsiteX9" fmla="*/ 349250 w 11887199"/>
              <a:gd name="connsiteY9" fmla="*/ 3657600 h 3657600"/>
              <a:gd name="connsiteX10" fmla="*/ 0 w 11887199"/>
              <a:gd name="connsiteY10" fmla="*/ 3308301 h 3657600"/>
              <a:gd name="connsiteX11" fmla="*/ 0 w 11887199"/>
              <a:gd name="connsiteY11" fmla="*/ 349299 h 3657600"/>
              <a:gd name="connsiteX12" fmla="*/ 278864 w 11887199"/>
              <a:gd name="connsiteY12" fmla="*/ 7096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7199" h="3657600">
                <a:moveTo>
                  <a:pt x="349240" y="0"/>
                </a:moveTo>
                <a:lnTo>
                  <a:pt x="11537959" y="0"/>
                </a:lnTo>
                <a:lnTo>
                  <a:pt x="11608343" y="7096"/>
                </a:lnTo>
                <a:cubicBezTo>
                  <a:pt x="11767503" y="39666"/>
                  <a:pt x="11887199" y="180498"/>
                  <a:pt x="11887199" y="349299"/>
                </a:cubicBezTo>
                <a:lnTo>
                  <a:pt x="11887199" y="2766893"/>
                </a:lnTo>
                <a:cubicBezTo>
                  <a:pt x="11887199" y="2959808"/>
                  <a:pt x="11730862" y="3116193"/>
                  <a:pt x="11537949" y="3116193"/>
                </a:cubicBezTo>
                <a:lnTo>
                  <a:pt x="6214268" y="3116193"/>
                </a:lnTo>
                <a:cubicBezTo>
                  <a:pt x="6064783" y="3116193"/>
                  <a:pt x="5943600" y="3237391"/>
                  <a:pt x="5943600" y="3386896"/>
                </a:cubicBezTo>
                <a:cubicBezTo>
                  <a:pt x="5943600" y="3536402"/>
                  <a:pt x="5822416" y="3657600"/>
                  <a:pt x="5672932" y="3657600"/>
                </a:cubicBezTo>
                <a:lnTo>
                  <a:pt x="349250" y="3657600"/>
                </a:lnTo>
                <a:cubicBezTo>
                  <a:pt x="156364" y="3657600"/>
                  <a:pt x="0" y="3501213"/>
                  <a:pt x="0" y="3308301"/>
                </a:cubicBezTo>
                <a:lnTo>
                  <a:pt x="0" y="349299"/>
                </a:lnTo>
                <a:cubicBezTo>
                  <a:pt x="0" y="180498"/>
                  <a:pt x="119716" y="39666"/>
                  <a:pt x="278864" y="7096"/>
                </a:cubicBezTo>
                <a:close/>
              </a:path>
            </a:pathLst>
          </a:custGeom>
          <a:blipFill>
            <a:blip r:embed="rId2">
              <a:alphaModFix amt="60000"/>
            </a:blip>
            <a:stretch>
              <a:fillRect/>
            </a:stretch>
          </a:blipFill>
        </p:spPr>
        <p:txBody>
          <a:bodyPr wrap="square">
            <a:noAutofit/>
          </a:bodyPr>
          <a:lstStyle/>
          <a:p>
            <a:endParaRPr lang="en-US"/>
          </a:p>
        </p:txBody>
      </p:sp>
      <p:sp>
        <p:nvSpPr>
          <p:cNvPr id="6" name="Footer Placeholder 10">
            <a:extLst>
              <a:ext uri="{FF2B5EF4-FFF2-40B4-BE49-F238E27FC236}">
                <a16:creationId xmlns:a16="http://schemas.microsoft.com/office/drawing/2014/main" id="{5B89C830-D686-4689-2593-4D5E5A4B0AB4}"/>
              </a:ext>
            </a:extLst>
          </p:cNvPr>
          <p:cNvSpPr>
            <a:spLocks noGrp="1"/>
          </p:cNvSpPr>
          <p:nvPr>
            <p:ph type="ftr" sz="quarter" idx="11"/>
          </p:nvPr>
        </p:nvSpPr>
        <p:spPr>
          <a:xfrm>
            <a:off x="6280176" y="6340475"/>
            <a:ext cx="3200400" cy="365125"/>
          </a:xfrm>
        </p:spPr>
        <p:txBody>
          <a:bodyPr/>
          <a:lstStyle>
            <a:lvl1pPr>
              <a:defRPr>
                <a:solidFill>
                  <a:schemeClr val="tx1"/>
                </a:solidFill>
              </a:defRPr>
            </a:lvl1pPr>
          </a:lstStyle>
          <a:p>
            <a:r>
              <a:rPr lang="en-US"/>
              <a:t>Sample Footer Text</a:t>
            </a:r>
          </a:p>
        </p:txBody>
      </p:sp>
      <p:sp>
        <p:nvSpPr>
          <p:cNvPr id="7" name="Date Placeholder 5">
            <a:extLst>
              <a:ext uri="{FF2B5EF4-FFF2-40B4-BE49-F238E27FC236}">
                <a16:creationId xmlns:a16="http://schemas.microsoft.com/office/drawing/2014/main" id="{883CE0EE-3E85-AAD1-D853-82A253F49445}"/>
              </a:ext>
            </a:extLst>
          </p:cNvPr>
          <p:cNvSpPr>
            <a:spLocks noGrp="1"/>
          </p:cNvSpPr>
          <p:nvPr>
            <p:ph type="dt" sz="half" idx="10"/>
          </p:nvPr>
        </p:nvSpPr>
        <p:spPr>
          <a:xfrm>
            <a:off x="9531099" y="6340475"/>
            <a:ext cx="1800171" cy="365125"/>
          </a:xfrm>
        </p:spPr>
        <p:txBody>
          <a:bodyPr/>
          <a:lstStyle>
            <a:lvl1pPr>
              <a:defRPr>
                <a:solidFill>
                  <a:schemeClr val="tx1"/>
                </a:solidFill>
              </a:defRPr>
            </a:lvl1pPr>
          </a:lstStyle>
          <a:p>
            <a:fld id="{BE0F28E2-1197-1343-806E-BC1F6DA16A33}" type="datetime1">
              <a:rPr lang="en-US" smtClean="0"/>
              <a:t>12/12/2025</a:t>
            </a:fld>
            <a:endParaRPr lang="en-US"/>
          </a:p>
        </p:txBody>
      </p:sp>
      <p:sp>
        <p:nvSpPr>
          <p:cNvPr id="8" name="Slide Number Placeholder 11">
            <a:extLst>
              <a:ext uri="{FF2B5EF4-FFF2-40B4-BE49-F238E27FC236}">
                <a16:creationId xmlns:a16="http://schemas.microsoft.com/office/drawing/2014/main" id="{D8AE04DF-032A-5A39-9A01-03B5A033761D}"/>
              </a:ext>
            </a:extLst>
          </p:cNvPr>
          <p:cNvSpPr>
            <a:spLocks noGrp="1"/>
          </p:cNvSpPr>
          <p:nvPr>
            <p:ph type="sldNum" sz="quarter" idx="12"/>
          </p:nvPr>
        </p:nvSpPr>
        <p:spPr>
          <a:xfrm>
            <a:off x="11381793" y="6340475"/>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6492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413247" y="685800"/>
            <a:ext cx="6397627" cy="1142663"/>
          </a:xfrm>
          <a:prstGeom prst="rect">
            <a:avLst/>
          </a:prstGeo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928F18B1-D300-366A-498B-4EC8E39E1040}"/>
              </a:ext>
            </a:extLst>
          </p:cNvPr>
          <p:cNvSpPr>
            <a:spLocks noGrp="1"/>
          </p:cNvSpPr>
          <p:nvPr>
            <p:ph type="pic" sz="quarter" idx="15"/>
          </p:nvPr>
        </p:nvSpPr>
        <p:spPr>
          <a:xfrm>
            <a:off x="152400" y="158229"/>
            <a:ext cx="4114800" cy="6541541"/>
          </a:xfrm>
          <a:custGeom>
            <a:avLst/>
            <a:gdLst>
              <a:gd name="connsiteX0" fmla="*/ 2057660 w 4114800"/>
              <a:gd name="connsiteY0" fmla="*/ 0 h 6541541"/>
              <a:gd name="connsiteX1" fmla="*/ 3765550 w 4114800"/>
              <a:gd name="connsiteY1" fmla="*/ 0 h 6541541"/>
              <a:gd name="connsiteX2" fmla="*/ 4114800 w 4114800"/>
              <a:gd name="connsiteY2" fmla="*/ 348912 h 6541541"/>
              <a:gd name="connsiteX3" fmla="*/ 4114800 w 4114800"/>
              <a:gd name="connsiteY3" fmla="*/ 6196917 h 6541541"/>
              <a:gd name="connsiteX4" fmla="*/ 3835937 w 4114800"/>
              <a:gd name="connsiteY4" fmla="*/ 6538758 h 6541541"/>
              <a:gd name="connsiteX5" fmla="*/ 3808308 w 4114800"/>
              <a:gd name="connsiteY5" fmla="*/ 6541541 h 6541541"/>
              <a:gd name="connsiteX6" fmla="*/ 2286457 w 4114800"/>
              <a:gd name="connsiteY6" fmla="*/ 6541541 h 6541541"/>
              <a:gd name="connsiteX7" fmla="*/ 2210336 w 4114800"/>
              <a:gd name="connsiteY7" fmla="*/ 6526184 h 6541541"/>
              <a:gd name="connsiteX8" fmla="*/ 2057400 w 4114800"/>
              <a:gd name="connsiteY8" fmla="*/ 6295666 h 6541541"/>
              <a:gd name="connsiteX9" fmla="*/ 1806994 w 4114800"/>
              <a:gd name="connsiteY9" fmla="*/ 6045508 h 6541541"/>
              <a:gd name="connsiteX10" fmla="*/ 349250 w 4114800"/>
              <a:gd name="connsiteY10" fmla="*/ 6045508 h 6541541"/>
              <a:gd name="connsiteX11" fmla="*/ 0 w 4114800"/>
              <a:gd name="connsiteY11" fmla="*/ 5696597 h 6541541"/>
              <a:gd name="connsiteX12" fmla="*/ 0 w 4114800"/>
              <a:gd name="connsiteY12" fmla="*/ 349425 h 6541541"/>
              <a:gd name="connsiteX13" fmla="*/ 349250 w 4114800"/>
              <a:gd name="connsiteY13" fmla="*/ 514 h 6541541"/>
              <a:gd name="connsiteX14" fmla="*/ 2057140 w 4114800"/>
              <a:gd name="connsiteY14" fmla="*/ 514 h 6541541"/>
              <a:gd name="connsiteX15" fmla="*/ 2057400 w 4114800"/>
              <a:gd name="connsiteY15" fmla="*/ 257 h 6541541"/>
              <a:gd name="connsiteX16" fmla="*/ 2057660 w 4114800"/>
              <a:gd name="connsiteY16" fmla="*/ 0 h 654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1541">
                <a:moveTo>
                  <a:pt x="2057660" y="0"/>
                </a:moveTo>
                <a:lnTo>
                  <a:pt x="3765550" y="0"/>
                </a:lnTo>
                <a:cubicBezTo>
                  <a:pt x="3958438" y="0"/>
                  <a:pt x="4114800" y="156213"/>
                  <a:pt x="4114800" y="348912"/>
                </a:cubicBezTo>
                <a:lnTo>
                  <a:pt x="4114800" y="6196917"/>
                </a:lnTo>
                <a:cubicBezTo>
                  <a:pt x="4114800" y="6365514"/>
                  <a:pt x="3995085" y="6506217"/>
                  <a:pt x="3835937" y="6538758"/>
                </a:cubicBezTo>
                <a:lnTo>
                  <a:pt x="3808308" y="6541541"/>
                </a:lnTo>
                <a:lnTo>
                  <a:pt x="2286457" y="6541541"/>
                </a:lnTo>
                <a:lnTo>
                  <a:pt x="2210336" y="6526184"/>
                </a:lnTo>
                <a:cubicBezTo>
                  <a:pt x="2120461" y="6488200"/>
                  <a:pt x="2057400" y="6399278"/>
                  <a:pt x="2057400" y="6295666"/>
                </a:cubicBezTo>
                <a:cubicBezTo>
                  <a:pt x="2057400" y="6157509"/>
                  <a:pt x="1945291" y="6045508"/>
                  <a:pt x="1806994" y="6045508"/>
                </a:cubicBezTo>
                <a:lnTo>
                  <a:pt x="349250" y="6045508"/>
                </a:lnTo>
                <a:cubicBezTo>
                  <a:pt x="156364" y="6045508"/>
                  <a:pt x="0" y="5889291"/>
                  <a:pt x="0" y="5696597"/>
                </a:cubicBezTo>
                <a:lnTo>
                  <a:pt x="0" y="349425"/>
                </a:lnTo>
                <a:cubicBezTo>
                  <a:pt x="0" y="156727"/>
                  <a:pt x="156364" y="514"/>
                  <a:pt x="349250" y="514"/>
                </a:cubicBezTo>
                <a:lnTo>
                  <a:pt x="2057140" y="514"/>
                </a:lnTo>
                <a:cubicBezTo>
                  <a:pt x="2057286" y="514"/>
                  <a:pt x="2057400" y="399"/>
                  <a:pt x="2057400" y="257"/>
                </a:cubicBezTo>
                <a:cubicBezTo>
                  <a:pt x="2057400" y="115"/>
                  <a:pt x="2057514" y="0"/>
                  <a:pt x="2057660" y="0"/>
                </a:cubicBezTo>
                <a:close/>
              </a:path>
            </a:pathLst>
          </a:custGeom>
          <a:blipFill>
            <a:blip r:embed="rId2">
              <a:alphaModFix amt="60000"/>
            </a:blip>
            <a:stretch>
              <a:fillRect/>
            </a:stretch>
          </a:blipFill>
        </p:spPr>
        <p:txBody>
          <a:bodyPr wrap="square">
            <a:noAutofit/>
          </a:body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413248"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19">
            <a:extLst>
              <a:ext uri="{FF2B5EF4-FFF2-40B4-BE49-F238E27FC236}">
                <a16:creationId xmlns:a16="http://schemas.microsoft.com/office/drawing/2014/main" id="{A609F3E3-1112-85CA-D49A-1AFA4D2EE9A1}"/>
              </a:ext>
            </a:extLst>
          </p:cNvPr>
          <p:cNvSpPr>
            <a:spLocks noGrp="1"/>
          </p:cNvSpPr>
          <p:nvPr>
            <p:ph type="ftr" sz="quarter" idx="17"/>
          </p:nvPr>
        </p:nvSpPr>
        <p:spPr>
          <a:xfrm>
            <a:off x="152400" y="6347057"/>
            <a:ext cx="1828800" cy="365125"/>
          </a:xfrm>
        </p:spPr>
        <p:txBody>
          <a:bodyPr/>
          <a:lstStyle/>
          <a:p>
            <a:r>
              <a:rPr lang="en-US"/>
              <a:t>Sample Footer Text</a:t>
            </a:r>
          </a:p>
        </p:txBody>
      </p:sp>
      <p:sp>
        <p:nvSpPr>
          <p:cNvPr id="19" name="Date Placeholder 18">
            <a:extLst>
              <a:ext uri="{FF2B5EF4-FFF2-40B4-BE49-F238E27FC236}">
                <a16:creationId xmlns:a16="http://schemas.microsoft.com/office/drawing/2014/main" id="{C59FF3C9-456C-3AAB-471D-B5041A7C8F52}"/>
              </a:ext>
            </a:extLst>
          </p:cNvPr>
          <p:cNvSpPr>
            <a:spLocks noGrp="1"/>
          </p:cNvSpPr>
          <p:nvPr>
            <p:ph type="dt" sz="half" idx="16"/>
          </p:nvPr>
        </p:nvSpPr>
        <p:spPr/>
        <p:txBody>
          <a:bodyPr/>
          <a:lstStyle/>
          <a:p>
            <a:fld id="{3C3C2431-2FCD-D448-9C7B-DAD39E7098D4}" type="datetime1">
              <a:rPr lang="en-US" smtClean="0"/>
              <a:t>12/12/2025</a:t>
            </a:fld>
            <a:endParaRPr lang="en-US"/>
          </a:p>
        </p:txBody>
      </p:sp>
      <p:sp>
        <p:nvSpPr>
          <p:cNvPr id="21" name="Slide Number Placeholder 20">
            <a:extLst>
              <a:ext uri="{FF2B5EF4-FFF2-40B4-BE49-F238E27FC236}">
                <a16:creationId xmlns:a16="http://schemas.microsoft.com/office/drawing/2014/main" id="{6FAE64D4-18BA-2404-B462-D1802671329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018303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6DDB8-5811-6664-8989-B01BF0EE5374}"/>
              </a:ext>
            </a:extLst>
          </p:cNvPr>
          <p:cNvSpPr>
            <a:spLocks noGrp="1"/>
          </p:cNvSpPr>
          <p:nvPr>
            <p:ph type="title"/>
          </p:nvPr>
        </p:nvSpPr>
        <p:spPr>
          <a:xfrm>
            <a:off x="381000" y="685800"/>
            <a:ext cx="6397627" cy="1142663"/>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7F23778-AA2D-3DAA-BAE5-8115D1C14482}"/>
              </a:ext>
            </a:extLst>
          </p:cNvPr>
          <p:cNvSpPr>
            <a:spLocks noGrp="1"/>
          </p:cNvSpPr>
          <p:nvPr>
            <p:ph sz="quarter" idx="14"/>
          </p:nvPr>
        </p:nvSpPr>
        <p:spPr>
          <a:xfrm>
            <a:off x="381001" y="1975104"/>
            <a:ext cx="6397752" cy="419709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8CC844A9-5FCD-4F36-D819-777BAF06E7C9}"/>
              </a:ext>
            </a:extLst>
          </p:cNvPr>
          <p:cNvSpPr>
            <a:spLocks noGrp="1"/>
          </p:cNvSpPr>
          <p:nvPr>
            <p:ph type="pic" sz="quarter" idx="15"/>
          </p:nvPr>
        </p:nvSpPr>
        <p:spPr>
          <a:xfrm>
            <a:off x="7906061" y="156076"/>
            <a:ext cx="4114800" cy="6545847"/>
          </a:xfrm>
          <a:custGeom>
            <a:avLst/>
            <a:gdLst>
              <a:gd name="connsiteX0" fmla="*/ 349250 w 4114800"/>
              <a:gd name="connsiteY0" fmla="*/ 0 h 6545847"/>
              <a:gd name="connsiteX1" fmla="*/ 2057140 w 4114800"/>
              <a:gd name="connsiteY1" fmla="*/ 0 h 6545847"/>
              <a:gd name="connsiteX2" fmla="*/ 2057400 w 4114800"/>
              <a:gd name="connsiteY2" fmla="*/ 257 h 6545847"/>
              <a:gd name="connsiteX3" fmla="*/ 2057660 w 4114800"/>
              <a:gd name="connsiteY3" fmla="*/ 514 h 6545847"/>
              <a:gd name="connsiteX4" fmla="*/ 3765550 w 4114800"/>
              <a:gd name="connsiteY4" fmla="*/ 514 h 6545847"/>
              <a:gd name="connsiteX5" fmla="*/ 4114800 w 4114800"/>
              <a:gd name="connsiteY5" fmla="*/ 349425 h 6545847"/>
              <a:gd name="connsiteX6" fmla="*/ 4114800 w 4114800"/>
              <a:gd name="connsiteY6" fmla="*/ 5696597 h 6545847"/>
              <a:gd name="connsiteX7" fmla="*/ 3765550 w 4114800"/>
              <a:gd name="connsiteY7" fmla="*/ 6045508 h 6545847"/>
              <a:gd name="connsiteX8" fmla="*/ 2307806 w 4114800"/>
              <a:gd name="connsiteY8" fmla="*/ 6045508 h 6545847"/>
              <a:gd name="connsiteX9" fmla="*/ 2057400 w 4114800"/>
              <a:gd name="connsiteY9" fmla="*/ 6295666 h 6545847"/>
              <a:gd name="connsiteX10" fmla="*/ 1904464 w 4114800"/>
              <a:gd name="connsiteY10" fmla="*/ 6526185 h 6545847"/>
              <a:gd name="connsiteX11" fmla="*/ 1806999 w 4114800"/>
              <a:gd name="connsiteY11" fmla="*/ 6545847 h 6545847"/>
              <a:gd name="connsiteX12" fmla="*/ 349241 w 4114800"/>
              <a:gd name="connsiteY12" fmla="*/ 6545847 h 6545847"/>
              <a:gd name="connsiteX13" fmla="*/ 278864 w 4114800"/>
              <a:gd name="connsiteY13" fmla="*/ 6538758 h 6545847"/>
              <a:gd name="connsiteX14" fmla="*/ 0 w 4114800"/>
              <a:gd name="connsiteY14" fmla="*/ 6196917 h 6545847"/>
              <a:gd name="connsiteX15" fmla="*/ 0 w 4114800"/>
              <a:gd name="connsiteY15" fmla="*/ 348912 h 6545847"/>
              <a:gd name="connsiteX16" fmla="*/ 349250 w 4114800"/>
              <a:gd name="connsiteY16" fmla="*/ 0 h 654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14800" h="6545847">
                <a:moveTo>
                  <a:pt x="349250" y="0"/>
                </a:moveTo>
                <a:lnTo>
                  <a:pt x="2057140" y="0"/>
                </a:lnTo>
                <a:cubicBezTo>
                  <a:pt x="2057286" y="0"/>
                  <a:pt x="2057400" y="115"/>
                  <a:pt x="2057400" y="257"/>
                </a:cubicBezTo>
                <a:cubicBezTo>
                  <a:pt x="2057400" y="399"/>
                  <a:pt x="2057514" y="514"/>
                  <a:pt x="2057660" y="514"/>
                </a:cubicBezTo>
                <a:lnTo>
                  <a:pt x="3765550" y="514"/>
                </a:lnTo>
                <a:cubicBezTo>
                  <a:pt x="3958436" y="514"/>
                  <a:pt x="4114800" y="156727"/>
                  <a:pt x="4114800" y="349425"/>
                </a:cubicBezTo>
                <a:lnTo>
                  <a:pt x="4114800" y="5696597"/>
                </a:lnTo>
                <a:cubicBezTo>
                  <a:pt x="4114800" y="5889291"/>
                  <a:pt x="3958436" y="6045508"/>
                  <a:pt x="3765550" y="6045508"/>
                </a:cubicBezTo>
                <a:lnTo>
                  <a:pt x="2307806" y="6045508"/>
                </a:lnTo>
                <a:cubicBezTo>
                  <a:pt x="2169509" y="6045508"/>
                  <a:pt x="2057400" y="6157509"/>
                  <a:pt x="2057400" y="6295666"/>
                </a:cubicBezTo>
                <a:cubicBezTo>
                  <a:pt x="2057400" y="6399278"/>
                  <a:pt x="1994339" y="6488199"/>
                  <a:pt x="1904464" y="6526185"/>
                </a:cubicBezTo>
                <a:lnTo>
                  <a:pt x="1806999" y="6545847"/>
                </a:lnTo>
                <a:lnTo>
                  <a:pt x="349241" y="6545847"/>
                </a:lnTo>
                <a:lnTo>
                  <a:pt x="278864" y="6538758"/>
                </a:lnTo>
                <a:cubicBezTo>
                  <a:pt x="119715" y="6506217"/>
                  <a:pt x="0" y="6365514"/>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1" name="Footer Placeholder 10">
            <a:extLst>
              <a:ext uri="{FF2B5EF4-FFF2-40B4-BE49-F238E27FC236}">
                <a16:creationId xmlns:a16="http://schemas.microsoft.com/office/drawing/2014/main" id="{710852DD-B54D-34C7-9E72-7622C228F7E2}"/>
              </a:ext>
            </a:extLst>
          </p:cNvPr>
          <p:cNvSpPr>
            <a:spLocks noGrp="1"/>
          </p:cNvSpPr>
          <p:nvPr>
            <p:ph type="ftr" sz="quarter" idx="17"/>
          </p:nvPr>
        </p:nvSpPr>
        <p:spPr/>
        <p:txBody>
          <a:bodyPr/>
          <a:lstStyle/>
          <a:p>
            <a:r>
              <a:rPr lang="en-US"/>
              <a:t>Sample Footer Text</a:t>
            </a:r>
          </a:p>
        </p:txBody>
      </p:sp>
      <p:sp>
        <p:nvSpPr>
          <p:cNvPr id="8" name="Date Placeholder 7">
            <a:extLst>
              <a:ext uri="{FF2B5EF4-FFF2-40B4-BE49-F238E27FC236}">
                <a16:creationId xmlns:a16="http://schemas.microsoft.com/office/drawing/2014/main" id="{ACE6582F-8DCF-A2BA-CA1C-F79F735B62D0}"/>
              </a:ext>
            </a:extLst>
          </p:cNvPr>
          <p:cNvSpPr>
            <a:spLocks noGrp="1"/>
          </p:cNvSpPr>
          <p:nvPr>
            <p:ph type="dt" sz="half" idx="16"/>
          </p:nvPr>
        </p:nvSpPr>
        <p:spPr>
          <a:xfrm>
            <a:off x="10210800" y="6340475"/>
            <a:ext cx="1342971" cy="365125"/>
          </a:xfrm>
        </p:spPr>
        <p:txBody>
          <a:bodyPr/>
          <a:lstStyle/>
          <a:p>
            <a:fld id="{6AF84008-CECF-4C4E-8814-FA8FA71DAEEA}" type="datetime1">
              <a:rPr lang="en-US" smtClean="0"/>
              <a:t>12/12/2025</a:t>
            </a:fld>
            <a:endParaRPr lang="en-US"/>
          </a:p>
        </p:txBody>
      </p:sp>
      <p:sp>
        <p:nvSpPr>
          <p:cNvPr id="12" name="Slide Number Placeholder 11">
            <a:extLst>
              <a:ext uri="{FF2B5EF4-FFF2-40B4-BE49-F238E27FC236}">
                <a16:creationId xmlns:a16="http://schemas.microsoft.com/office/drawing/2014/main" id="{B9BD7D67-F60C-B0D5-3BA0-673AE28E15F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88094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17E539D-41A4-764A-4DF7-3869DAB2538F}"/>
              </a:ext>
            </a:extLst>
          </p:cNvPr>
          <p:cNvSpPr>
            <a:spLocks noGrp="1"/>
          </p:cNvSpPr>
          <p:nvPr>
            <p:ph type="title"/>
          </p:nvPr>
        </p:nvSpPr>
        <p:spPr>
          <a:xfrm>
            <a:off x="381000" y="685800"/>
            <a:ext cx="11429999" cy="903162"/>
          </a:xfrm>
        </p:spPr>
        <p:txBody>
          <a:bodyPr anchor="t"/>
          <a:lstStyle/>
          <a:p>
            <a:r>
              <a:rPr lang="en-US"/>
              <a:t>Click to edit Master title style</a:t>
            </a:r>
          </a:p>
        </p:txBody>
      </p:sp>
      <p:sp>
        <p:nvSpPr>
          <p:cNvPr id="17" name="Picture Placeholder 16">
            <a:extLst>
              <a:ext uri="{FF2B5EF4-FFF2-40B4-BE49-F238E27FC236}">
                <a16:creationId xmlns:a16="http://schemas.microsoft.com/office/drawing/2014/main" id="{7D0891CB-CD39-7CF0-8E4B-D8C55C76F3D0}"/>
              </a:ext>
            </a:extLst>
          </p:cNvPr>
          <p:cNvSpPr>
            <a:spLocks noGrp="1"/>
          </p:cNvSpPr>
          <p:nvPr>
            <p:ph type="pic" sz="quarter" idx="15"/>
          </p:nvPr>
        </p:nvSpPr>
        <p:spPr>
          <a:xfrm>
            <a:off x="3810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2" name="Content Placeholder 7">
            <a:extLst>
              <a:ext uri="{FF2B5EF4-FFF2-40B4-BE49-F238E27FC236}">
                <a16:creationId xmlns:a16="http://schemas.microsoft.com/office/drawing/2014/main" id="{4ECA27BB-D0F8-2A5A-E8E3-F36153E9A08B}"/>
              </a:ext>
            </a:extLst>
          </p:cNvPr>
          <p:cNvSpPr>
            <a:spLocks noGrp="1"/>
          </p:cNvSpPr>
          <p:nvPr>
            <p:ph sz="quarter" idx="14"/>
          </p:nvPr>
        </p:nvSpPr>
        <p:spPr>
          <a:xfrm>
            <a:off x="70104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Footer Placeholder 20">
            <a:extLst>
              <a:ext uri="{FF2B5EF4-FFF2-40B4-BE49-F238E27FC236}">
                <a16:creationId xmlns:a16="http://schemas.microsoft.com/office/drawing/2014/main" id="{4E0ADA83-DE1E-DC24-E36B-98CC058AF41A}"/>
              </a:ext>
            </a:extLst>
          </p:cNvPr>
          <p:cNvSpPr>
            <a:spLocks noGrp="1"/>
          </p:cNvSpPr>
          <p:nvPr>
            <p:ph type="ftr" sz="quarter" idx="17"/>
          </p:nvPr>
        </p:nvSpPr>
        <p:spPr/>
        <p:txBody>
          <a:bodyPr/>
          <a:lstStyle/>
          <a:p>
            <a:r>
              <a:rPr lang="en-US"/>
              <a:t>Sample Footer Text</a:t>
            </a:r>
          </a:p>
        </p:txBody>
      </p:sp>
      <p:sp>
        <p:nvSpPr>
          <p:cNvPr id="20" name="Date Placeholder 19">
            <a:extLst>
              <a:ext uri="{FF2B5EF4-FFF2-40B4-BE49-F238E27FC236}">
                <a16:creationId xmlns:a16="http://schemas.microsoft.com/office/drawing/2014/main" id="{D5E3AAA1-460F-8482-6ADF-65CE2214C38A}"/>
              </a:ext>
            </a:extLst>
          </p:cNvPr>
          <p:cNvSpPr>
            <a:spLocks noGrp="1"/>
          </p:cNvSpPr>
          <p:nvPr>
            <p:ph type="dt" sz="half" idx="16"/>
          </p:nvPr>
        </p:nvSpPr>
        <p:spPr/>
        <p:txBody>
          <a:bodyPr/>
          <a:lstStyle/>
          <a:p>
            <a:fld id="{5F3A8F1C-349F-4D40-A069-7D38D41B5261}" type="datetime1">
              <a:rPr lang="en-US" smtClean="0"/>
              <a:t>12/12/2025</a:t>
            </a:fld>
            <a:endParaRPr lang="en-US"/>
          </a:p>
        </p:txBody>
      </p:sp>
      <p:sp>
        <p:nvSpPr>
          <p:cNvPr id="22" name="Slide Number Placeholder 21">
            <a:extLst>
              <a:ext uri="{FF2B5EF4-FFF2-40B4-BE49-F238E27FC236}">
                <a16:creationId xmlns:a16="http://schemas.microsoft.com/office/drawing/2014/main" id="{2426F5E3-3198-CD22-65DC-349FF7BA35FE}"/>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E22DB0-7762-81D2-A14F-8B60FD58FFB9}"/>
              </a:ext>
            </a:extLst>
          </p:cNvPr>
          <p:cNvSpPr>
            <a:spLocks noGrp="1"/>
          </p:cNvSpPr>
          <p:nvPr>
            <p:ph type="title"/>
          </p:nvPr>
        </p:nvSpPr>
        <p:spPr>
          <a:xfrm>
            <a:off x="381001" y="685800"/>
            <a:ext cx="114239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60D5937C-CA57-3862-2FCF-C4FC1366F4BD}"/>
              </a:ext>
            </a:extLst>
          </p:cNvPr>
          <p:cNvSpPr>
            <a:spLocks noGrp="1"/>
          </p:cNvSpPr>
          <p:nvPr>
            <p:ph sz="quarter" idx="14"/>
          </p:nvPr>
        </p:nvSpPr>
        <p:spPr>
          <a:xfrm>
            <a:off x="381000" y="1828800"/>
            <a:ext cx="38862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22D281A9-5EBB-EB40-69FF-2C02AF0BF35C}"/>
              </a:ext>
            </a:extLst>
          </p:cNvPr>
          <p:cNvSpPr>
            <a:spLocks noGrp="1"/>
          </p:cNvSpPr>
          <p:nvPr>
            <p:ph type="pic" sz="quarter" idx="15"/>
          </p:nvPr>
        </p:nvSpPr>
        <p:spPr>
          <a:xfrm>
            <a:off x="5410200" y="1831970"/>
            <a:ext cx="6400800" cy="4337059"/>
          </a:xfrm>
          <a:custGeom>
            <a:avLst/>
            <a:gdLst>
              <a:gd name="connsiteX0" fmla="*/ 349250 w 6400800"/>
              <a:gd name="connsiteY0" fmla="*/ 0 h 4337059"/>
              <a:gd name="connsiteX1" fmla="*/ 6051550 w 6400800"/>
              <a:gd name="connsiteY1" fmla="*/ 0 h 4337059"/>
              <a:gd name="connsiteX2" fmla="*/ 6400800 w 6400800"/>
              <a:gd name="connsiteY2" fmla="*/ 348740 h 4337059"/>
              <a:gd name="connsiteX3" fmla="*/ 6400800 w 6400800"/>
              <a:gd name="connsiteY3" fmla="*/ 3988319 h 4337059"/>
              <a:gd name="connsiteX4" fmla="*/ 6051550 w 6400800"/>
              <a:gd name="connsiteY4" fmla="*/ 4337059 h 4337059"/>
              <a:gd name="connsiteX5" fmla="*/ 349250 w 6400800"/>
              <a:gd name="connsiteY5" fmla="*/ 4337059 h 4337059"/>
              <a:gd name="connsiteX6" fmla="*/ 0 w 6400800"/>
              <a:gd name="connsiteY6" fmla="*/ 3988319 h 4337059"/>
              <a:gd name="connsiteX7" fmla="*/ 0 w 6400800"/>
              <a:gd name="connsiteY7" fmla="*/ 348740 h 4337059"/>
              <a:gd name="connsiteX8" fmla="*/ 349250 w 6400800"/>
              <a:gd name="connsiteY8" fmla="*/ 0 h 43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00800" h="4337059">
                <a:moveTo>
                  <a:pt x="349250" y="0"/>
                </a:moveTo>
                <a:lnTo>
                  <a:pt x="6051550" y="0"/>
                </a:lnTo>
                <a:cubicBezTo>
                  <a:pt x="6244438" y="0"/>
                  <a:pt x="6400800" y="156136"/>
                  <a:pt x="6400800" y="348740"/>
                </a:cubicBezTo>
                <a:lnTo>
                  <a:pt x="6400800" y="3988319"/>
                </a:lnTo>
                <a:cubicBezTo>
                  <a:pt x="6400800" y="4180925"/>
                  <a:pt x="6244438" y="4337059"/>
                  <a:pt x="6051550" y="4337059"/>
                </a:cubicBezTo>
                <a:lnTo>
                  <a:pt x="349250" y="4337059"/>
                </a:lnTo>
                <a:cubicBezTo>
                  <a:pt x="156364" y="4337059"/>
                  <a:pt x="0" y="4180925"/>
                  <a:pt x="0" y="3988319"/>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7" name="Footer Placeholder 16">
            <a:extLst>
              <a:ext uri="{FF2B5EF4-FFF2-40B4-BE49-F238E27FC236}">
                <a16:creationId xmlns:a16="http://schemas.microsoft.com/office/drawing/2014/main" id="{3DD0AF09-ED67-31D2-F311-9190CDEC29B9}"/>
              </a:ext>
            </a:extLst>
          </p:cNvPr>
          <p:cNvSpPr>
            <a:spLocks noGrp="1"/>
          </p:cNvSpPr>
          <p:nvPr>
            <p:ph type="ftr" sz="quarter" idx="17"/>
          </p:nvPr>
        </p:nvSpPr>
        <p:spPr/>
        <p:txBody>
          <a:bodyPr/>
          <a:lstStyle/>
          <a:p>
            <a:r>
              <a:rPr lang="en-US"/>
              <a:t>Sample Footer Text</a:t>
            </a:r>
          </a:p>
        </p:txBody>
      </p:sp>
      <p:sp>
        <p:nvSpPr>
          <p:cNvPr id="16" name="Date Placeholder 15">
            <a:extLst>
              <a:ext uri="{FF2B5EF4-FFF2-40B4-BE49-F238E27FC236}">
                <a16:creationId xmlns:a16="http://schemas.microsoft.com/office/drawing/2014/main" id="{21377DD6-5462-66F7-A829-133D33C0B93B}"/>
              </a:ext>
            </a:extLst>
          </p:cNvPr>
          <p:cNvSpPr>
            <a:spLocks noGrp="1"/>
          </p:cNvSpPr>
          <p:nvPr>
            <p:ph type="dt" sz="half" idx="16"/>
          </p:nvPr>
        </p:nvSpPr>
        <p:spPr/>
        <p:txBody>
          <a:bodyPr/>
          <a:lstStyle/>
          <a:p>
            <a:fld id="{93F60926-2D52-7E43-9B2B-7315B4A2BF0B}" type="datetime1">
              <a:rPr lang="en-US" smtClean="0"/>
              <a:t>12/12/2025</a:t>
            </a:fld>
            <a:endParaRPr lang="en-US"/>
          </a:p>
        </p:txBody>
      </p:sp>
      <p:sp>
        <p:nvSpPr>
          <p:cNvPr id="18" name="Slide Number Placeholder 17">
            <a:extLst>
              <a:ext uri="{FF2B5EF4-FFF2-40B4-BE49-F238E27FC236}">
                <a16:creationId xmlns:a16="http://schemas.microsoft.com/office/drawing/2014/main" id="{F11DD33E-851E-3928-D48D-DACBE36AABEF}"/>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789889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BD57C-3F77-67B8-C202-5C1CF2E93464}"/>
              </a:ext>
            </a:extLst>
          </p:cNvPr>
          <p:cNvSpPr>
            <a:spLocks noGrp="1"/>
          </p:cNvSpPr>
          <p:nvPr>
            <p:ph type="title"/>
          </p:nvPr>
        </p:nvSpPr>
        <p:spPr>
          <a:xfrm>
            <a:off x="381000" y="685800"/>
            <a:ext cx="11430000" cy="903162"/>
          </a:xfrm>
        </p:spPr>
        <p:txBody>
          <a:bodyPr anchor="t"/>
          <a:lstStyle/>
          <a:p>
            <a:r>
              <a:rPr lang="en-US"/>
              <a:t>Click to edit Master title style</a:t>
            </a:r>
          </a:p>
        </p:txBody>
      </p:sp>
      <p:sp>
        <p:nvSpPr>
          <p:cNvPr id="3" name="Content Placeholder 7">
            <a:extLst>
              <a:ext uri="{FF2B5EF4-FFF2-40B4-BE49-F238E27FC236}">
                <a16:creationId xmlns:a16="http://schemas.microsoft.com/office/drawing/2014/main" id="{0EB57046-E963-50F3-40A6-9F507864EDA4}"/>
              </a:ext>
            </a:extLst>
          </p:cNvPr>
          <p:cNvSpPr>
            <a:spLocks noGrp="1"/>
          </p:cNvSpPr>
          <p:nvPr>
            <p:ph sz="quarter" idx="14"/>
          </p:nvPr>
        </p:nvSpPr>
        <p:spPr>
          <a:xfrm>
            <a:off x="381000" y="1828800"/>
            <a:ext cx="4800600" cy="4343399"/>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6A3E366D-68C4-CD6B-3D8C-CDF1FD790000}"/>
              </a:ext>
            </a:extLst>
          </p:cNvPr>
          <p:cNvSpPr>
            <a:spLocks noGrp="1"/>
          </p:cNvSpPr>
          <p:nvPr>
            <p:ph type="pic" sz="quarter" idx="15"/>
          </p:nvPr>
        </p:nvSpPr>
        <p:spPr>
          <a:xfrm>
            <a:off x="6324600" y="1829865"/>
            <a:ext cx="5486400" cy="4337060"/>
          </a:xfrm>
          <a:custGeom>
            <a:avLst/>
            <a:gdLst>
              <a:gd name="connsiteX0" fmla="*/ 349250 w 5486400"/>
              <a:gd name="connsiteY0" fmla="*/ 0 h 4337060"/>
              <a:gd name="connsiteX1" fmla="*/ 5137150 w 5486400"/>
              <a:gd name="connsiteY1" fmla="*/ 0 h 4337060"/>
              <a:gd name="connsiteX2" fmla="*/ 5486400 w 5486400"/>
              <a:gd name="connsiteY2" fmla="*/ 348740 h 4337060"/>
              <a:gd name="connsiteX3" fmla="*/ 5486400 w 5486400"/>
              <a:gd name="connsiteY3" fmla="*/ 3988320 h 4337060"/>
              <a:gd name="connsiteX4" fmla="*/ 5137150 w 5486400"/>
              <a:gd name="connsiteY4" fmla="*/ 4337060 h 4337060"/>
              <a:gd name="connsiteX5" fmla="*/ 349250 w 5486400"/>
              <a:gd name="connsiteY5" fmla="*/ 4337060 h 4337060"/>
              <a:gd name="connsiteX6" fmla="*/ 0 w 5486400"/>
              <a:gd name="connsiteY6" fmla="*/ 3988320 h 4337060"/>
              <a:gd name="connsiteX7" fmla="*/ 0 w 5486400"/>
              <a:gd name="connsiteY7" fmla="*/ 348740 h 4337060"/>
              <a:gd name="connsiteX8" fmla="*/ 349250 w 5486400"/>
              <a:gd name="connsiteY8" fmla="*/ 0 h 433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6400" h="4337060">
                <a:moveTo>
                  <a:pt x="349250" y="0"/>
                </a:moveTo>
                <a:lnTo>
                  <a:pt x="5137150" y="0"/>
                </a:lnTo>
                <a:cubicBezTo>
                  <a:pt x="5330038" y="0"/>
                  <a:pt x="5486400" y="156136"/>
                  <a:pt x="5486400" y="348740"/>
                </a:cubicBezTo>
                <a:lnTo>
                  <a:pt x="5486400" y="3988320"/>
                </a:lnTo>
                <a:cubicBezTo>
                  <a:pt x="5486400" y="4180925"/>
                  <a:pt x="5330038" y="4337060"/>
                  <a:pt x="5137150" y="4337060"/>
                </a:cubicBezTo>
                <a:lnTo>
                  <a:pt x="349250" y="4337060"/>
                </a:lnTo>
                <a:cubicBezTo>
                  <a:pt x="156364" y="4337060"/>
                  <a:pt x="0" y="4180925"/>
                  <a:pt x="0" y="3988320"/>
                </a:cubicBezTo>
                <a:lnTo>
                  <a:pt x="0" y="348740"/>
                </a:lnTo>
                <a:cubicBezTo>
                  <a:pt x="0" y="156136"/>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FA3168BB-AC02-FC23-04AB-910062295BB2}"/>
              </a:ext>
            </a:extLst>
          </p:cNvPr>
          <p:cNvSpPr>
            <a:spLocks noGrp="1"/>
          </p:cNvSpPr>
          <p:nvPr>
            <p:ph type="ftr" sz="quarter" idx="17"/>
          </p:nvPr>
        </p:nvSpPr>
        <p:spPr/>
        <p:txBody>
          <a:bodyPr/>
          <a:lstStyle/>
          <a:p>
            <a:r>
              <a:rPr lang="en-US"/>
              <a:t>Sample Footer Text</a:t>
            </a:r>
          </a:p>
        </p:txBody>
      </p:sp>
      <p:sp>
        <p:nvSpPr>
          <p:cNvPr id="10" name="Date Placeholder 9">
            <a:extLst>
              <a:ext uri="{FF2B5EF4-FFF2-40B4-BE49-F238E27FC236}">
                <a16:creationId xmlns:a16="http://schemas.microsoft.com/office/drawing/2014/main" id="{2C56068B-9B89-AB64-F0FA-49FF37197639}"/>
              </a:ext>
            </a:extLst>
          </p:cNvPr>
          <p:cNvSpPr>
            <a:spLocks noGrp="1"/>
          </p:cNvSpPr>
          <p:nvPr>
            <p:ph type="dt" sz="half" idx="16"/>
          </p:nvPr>
        </p:nvSpPr>
        <p:spPr/>
        <p:txBody>
          <a:bodyPr/>
          <a:lstStyle/>
          <a:p>
            <a:fld id="{9B5E51FC-CBC9-9843-92FD-38CACF39D773}" type="datetime1">
              <a:rPr lang="en-US" smtClean="0"/>
              <a:t>12/12/2025</a:t>
            </a:fld>
            <a:endParaRPr lang="en-US"/>
          </a:p>
        </p:txBody>
      </p:sp>
      <p:sp>
        <p:nvSpPr>
          <p:cNvPr id="14" name="Slide Number Placeholder 13">
            <a:extLst>
              <a:ext uri="{FF2B5EF4-FFF2-40B4-BE49-F238E27FC236}">
                <a16:creationId xmlns:a16="http://schemas.microsoft.com/office/drawing/2014/main" id="{9B58EFC6-5EFD-40A4-C04B-5D2E6AA36C1D}"/>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54042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953001" y="685801"/>
            <a:ext cx="6857999" cy="914400"/>
          </a:xfrm>
          <a:prstGeom prst="rect">
            <a:avLst/>
          </a:prstGeo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0252FBA1-367D-3AEB-02AF-54E0FEFD2598}"/>
              </a:ext>
            </a:extLst>
          </p:cNvPr>
          <p:cNvSpPr>
            <a:spLocks noGrp="1"/>
          </p:cNvSpPr>
          <p:nvPr>
            <p:ph type="pic" sz="quarter" idx="15"/>
          </p:nvPr>
        </p:nvSpPr>
        <p:spPr>
          <a:xfrm>
            <a:off x="152400" y="159765"/>
            <a:ext cx="3657600" cy="6545835"/>
          </a:xfrm>
          <a:custGeom>
            <a:avLst/>
            <a:gdLst>
              <a:gd name="connsiteX0" fmla="*/ 1829315 w 3657600"/>
              <a:gd name="connsiteY0" fmla="*/ 0 h 6545835"/>
              <a:gd name="connsiteX1" fmla="*/ 3308351 w 3657600"/>
              <a:gd name="connsiteY1" fmla="*/ 0 h 6545835"/>
              <a:gd name="connsiteX2" fmla="*/ 3650506 w 3657600"/>
              <a:gd name="connsiteY2" fmla="*/ 278594 h 6545835"/>
              <a:gd name="connsiteX3" fmla="*/ 3657600 w 3657600"/>
              <a:gd name="connsiteY3" fmla="*/ 348902 h 6545835"/>
              <a:gd name="connsiteX4" fmla="*/ 3657600 w 3657600"/>
              <a:gd name="connsiteY4" fmla="*/ 6196927 h 6545835"/>
              <a:gd name="connsiteX5" fmla="*/ 3650506 w 3657600"/>
              <a:gd name="connsiteY5" fmla="*/ 6267227 h 6545835"/>
              <a:gd name="connsiteX6" fmla="*/ 3378738 w 3657600"/>
              <a:gd name="connsiteY6" fmla="*/ 6538746 h 6545835"/>
              <a:gd name="connsiteX7" fmla="*/ 3308362 w 3657600"/>
              <a:gd name="connsiteY7" fmla="*/ 6545835 h 6545835"/>
              <a:gd name="connsiteX8" fmla="*/ 2078941 w 3657600"/>
              <a:gd name="connsiteY8" fmla="*/ 6545835 h 6545835"/>
              <a:gd name="connsiteX9" fmla="*/ 1981579 w 3657600"/>
              <a:gd name="connsiteY9" fmla="*/ 6526195 h 6545835"/>
              <a:gd name="connsiteX10" fmla="*/ 1828801 w 3657600"/>
              <a:gd name="connsiteY10" fmla="*/ 6295926 h 6545835"/>
              <a:gd name="connsiteX11" fmla="*/ 1578655 w 3657600"/>
              <a:gd name="connsiteY11" fmla="*/ 6046022 h 6545835"/>
              <a:gd name="connsiteX12" fmla="*/ 349250 w 3657600"/>
              <a:gd name="connsiteY12" fmla="*/ 6046022 h 6545835"/>
              <a:gd name="connsiteX13" fmla="*/ 0 w 3657600"/>
              <a:gd name="connsiteY13" fmla="*/ 5697110 h 6545835"/>
              <a:gd name="connsiteX14" fmla="*/ 0 w 3657600"/>
              <a:gd name="connsiteY14" fmla="*/ 349940 h 6545835"/>
              <a:gd name="connsiteX15" fmla="*/ 349250 w 3657600"/>
              <a:gd name="connsiteY15" fmla="*/ 1028 h 6545835"/>
              <a:gd name="connsiteX16" fmla="*/ 1828286 w 3657600"/>
              <a:gd name="connsiteY16" fmla="*/ 1028 h 6545835"/>
              <a:gd name="connsiteX17" fmla="*/ 1828801 w 3657600"/>
              <a:gd name="connsiteY17" fmla="*/ 514 h 6545835"/>
              <a:gd name="connsiteX18" fmla="*/ 1829315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1829315" y="0"/>
                </a:moveTo>
                <a:lnTo>
                  <a:pt x="3308351" y="0"/>
                </a:lnTo>
                <a:cubicBezTo>
                  <a:pt x="3477128" y="0"/>
                  <a:pt x="3617940" y="119601"/>
                  <a:pt x="3650506" y="278594"/>
                </a:cubicBezTo>
                <a:lnTo>
                  <a:pt x="3657600" y="348902"/>
                </a:lnTo>
                <a:lnTo>
                  <a:pt x="3657600" y="6196927"/>
                </a:lnTo>
                <a:lnTo>
                  <a:pt x="3650506" y="6267227"/>
                </a:lnTo>
                <a:cubicBezTo>
                  <a:pt x="3622592" y="6403496"/>
                  <a:pt x="3515151" y="6510853"/>
                  <a:pt x="3378738" y="6538746"/>
                </a:cubicBezTo>
                <a:lnTo>
                  <a:pt x="3308362" y="6545835"/>
                </a:lnTo>
                <a:lnTo>
                  <a:pt x="2078941" y="6545835"/>
                </a:lnTo>
                <a:lnTo>
                  <a:pt x="1981579" y="6526195"/>
                </a:lnTo>
                <a:cubicBezTo>
                  <a:pt x="1891798" y="6488252"/>
                  <a:pt x="1828801" y="6399429"/>
                  <a:pt x="1828801" y="6295926"/>
                </a:cubicBezTo>
                <a:cubicBezTo>
                  <a:pt x="1828801" y="6157909"/>
                  <a:pt x="1716806" y="6046022"/>
                  <a:pt x="1578655" y="6046022"/>
                </a:cubicBezTo>
                <a:lnTo>
                  <a:pt x="349250" y="6046022"/>
                </a:lnTo>
                <a:cubicBezTo>
                  <a:pt x="156364" y="6046022"/>
                  <a:pt x="0" y="5889805"/>
                  <a:pt x="0" y="5697110"/>
                </a:cubicBezTo>
                <a:lnTo>
                  <a:pt x="0" y="349940"/>
                </a:lnTo>
                <a:cubicBezTo>
                  <a:pt x="0" y="157241"/>
                  <a:pt x="156364" y="1028"/>
                  <a:pt x="349250" y="1028"/>
                </a:cubicBezTo>
                <a:lnTo>
                  <a:pt x="1828286" y="1028"/>
                </a:lnTo>
                <a:cubicBezTo>
                  <a:pt x="1828572" y="1028"/>
                  <a:pt x="1828801" y="798"/>
                  <a:pt x="1828801" y="514"/>
                </a:cubicBezTo>
                <a:cubicBezTo>
                  <a:pt x="1828801" y="230"/>
                  <a:pt x="1829029" y="0"/>
                  <a:pt x="1829315" y="0"/>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953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CE554734-17E5-A778-C85A-403D40853237}"/>
              </a:ext>
            </a:extLst>
          </p:cNvPr>
          <p:cNvSpPr>
            <a:spLocks noGrp="1"/>
          </p:cNvSpPr>
          <p:nvPr>
            <p:ph type="ftr" sz="quarter" idx="17"/>
          </p:nvPr>
        </p:nvSpPr>
        <p:spPr>
          <a:xfrm>
            <a:off x="152400" y="6347057"/>
            <a:ext cx="1600200" cy="365125"/>
          </a:xfrm>
        </p:spPr>
        <p:txBody>
          <a:bodyPr/>
          <a:lstStyle/>
          <a:p>
            <a:r>
              <a:rPr lang="en-US"/>
              <a:t>Sample Footer Text</a:t>
            </a:r>
          </a:p>
        </p:txBody>
      </p:sp>
      <p:sp>
        <p:nvSpPr>
          <p:cNvPr id="9" name="Date Placeholder 8">
            <a:extLst>
              <a:ext uri="{FF2B5EF4-FFF2-40B4-BE49-F238E27FC236}">
                <a16:creationId xmlns:a16="http://schemas.microsoft.com/office/drawing/2014/main" id="{5BC33B0E-C66A-052A-1E5D-E52A78CEE491}"/>
              </a:ext>
            </a:extLst>
          </p:cNvPr>
          <p:cNvSpPr>
            <a:spLocks noGrp="1"/>
          </p:cNvSpPr>
          <p:nvPr>
            <p:ph type="dt" sz="half" idx="16"/>
          </p:nvPr>
        </p:nvSpPr>
        <p:spPr/>
        <p:txBody>
          <a:bodyPr/>
          <a:lstStyle/>
          <a:p>
            <a:fld id="{7B7AA9A6-1052-6144-AEF7-DAB3DC5C1870}" type="datetime1">
              <a:rPr lang="en-US" smtClean="0"/>
              <a:t>12/12/2025</a:t>
            </a:fld>
            <a:endParaRPr lang="en-US"/>
          </a:p>
        </p:txBody>
      </p:sp>
      <p:sp>
        <p:nvSpPr>
          <p:cNvPr id="11" name="Slide Number Placeholder 10">
            <a:extLst>
              <a:ext uri="{FF2B5EF4-FFF2-40B4-BE49-F238E27FC236}">
                <a16:creationId xmlns:a16="http://schemas.microsoft.com/office/drawing/2014/main" id="{397DD097-90E0-2A9F-AAFE-460FC67E9A1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57EC580-88DE-56DE-5258-9F16851E9486}"/>
              </a:ext>
            </a:extLst>
          </p:cNvPr>
          <p:cNvSpPr>
            <a:spLocks noGrp="1"/>
          </p:cNvSpPr>
          <p:nvPr>
            <p:ph type="title"/>
          </p:nvPr>
        </p:nvSpPr>
        <p:spPr>
          <a:xfrm>
            <a:off x="381001" y="685801"/>
            <a:ext cx="6857999" cy="914400"/>
          </a:xfrm>
          <a:prstGeom prst="rect">
            <a:avLst/>
          </a:prstGeom>
        </p:spPr>
        <p:txBody>
          <a:bodyPr anchor="t"/>
          <a:lstStyle/>
          <a:p>
            <a:r>
              <a:rPr lang="en-US"/>
              <a:t>Click to edit Master title style</a:t>
            </a:r>
          </a:p>
        </p:txBody>
      </p:sp>
      <p:sp>
        <p:nvSpPr>
          <p:cNvPr id="4" name="Content Placeholder 7">
            <a:extLst>
              <a:ext uri="{FF2B5EF4-FFF2-40B4-BE49-F238E27FC236}">
                <a16:creationId xmlns:a16="http://schemas.microsoft.com/office/drawing/2014/main" id="{C0C3FF79-59DB-9A09-BAE9-314BF322E5E3}"/>
              </a:ext>
            </a:extLst>
          </p:cNvPr>
          <p:cNvSpPr>
            <a:spLocks noGrp="1"/>
          </p:cNvSpPr>
          <p:nvPr>
            <p:ph sz="quarter" idx="14"/>
          </p:nvPr>
        </p:nvSpPr>
        <p:spPr>
          <a:xfrm>
            <a:off x="381000" y="1760954"/>
            <a:ext cx="6858000" cy="4411245"/>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3964543-7DAC-0CE9-CE60-91786FE74153}"/>
              </a:ext>
            </a:extLst>
          </p:cNvPr>
          <p:cNvSpPr>
            <a:spLocks noGrp="1"/>
          </p:cNvSpPr>
          <p:nvPr>
            <p:ph type="pic" sz="quarter" idx="15"/>
          </p:nvPr>
        </p:nvSpPr>
        <p:spPr>
          <a:xfrm>
            <a:off x="8382000" y="152400"/>
            <a:ext cx="3657600" cy="6545835"/>
          </a:xfrm>
          <a:custGeom>
            <a:avLst/>
            <a:gdLst>
              <a:gd name="connsiteX0" fmla="*/ 349250 w 3657600"/>
              <a:gd name="connsiteY0" fmla="*/ 0 h 6545835"/>
              <a:gd name="connsiteX1" fmla="*/ 1828286 w 3657600"/>
              <a:gd name="connsiteY1" fmla="*/ 0 h 6545835"/>
              <a:gd name="connsiteX2" fmla="*/ 1828800 w 3657600"/>
              <a:gd name="connsiteY2" fmla="*/ 514 h 6545835"/>
              <a:gd name="connsiteX3" fmla="*/ 1829315 w 3657600"/>
              <a:gd name="connsiteY3" fmla="*/ 1028 h 6545835"/>
              <a:gd name="connsiteX4" fmla="*/ 3308351 w 3657600"/>
              <a:gd name="connsiteY4" fmla="*/ 1028 h 6545835"/>
              <a:gd name="connsiteX5" fmla="*/ 3650505 w 3657600"/>
              <a:gd name="connsiteY5" fmla="*/ 279622 h 6545835"/>
              <a:gd name="connsiteX6" fmla="*/ 3657600 w 3657600"/>
              <a:gd name="connsiteY6" fmla="*/ 349930 h 6545835"/>
              <a:gd name="connsiteX7" fmla="*/ 3657600 w 3657600"/>
              <a:gd name="connsiteY7" fmla="*/ 5697120 h 6545835"/>
              <a:gd name="connsiteX8" fmla="*/ 3650505 w 3657600"/>
              <a:gd name="connsiteY8" fmla="*/ 5767427 h 6545835"/>
              <a:gd name="connsiteX9" fmla="*/ 3308351 w 3657600"/>
              <a:gd name="connsiteY9" fmla="*/ 6046022 h 6545835"/>
              <a:gd name="connsiteX10" fmla="*/ 2078946 w 3657600"/>
              <a:gd name="connsiteY10" fmla="*/ 6046022 h 6545835"/>
              <a:gd name="connsiteX11" fmla="*/ 1828800 w 3657600"/>
              <a:gd name="connsiteY11" fmla="*/ 6295926 h 6545835"/>
              <a:gd name="connsiteX12" fmla="*/ 1676022 w 3657600"/>
              <a:gd name="connsiteY12" fmla="*/ 6526195 h 6545835"/>
              <a:gd name="connsiteX13" fmla="*/ 1578660 w 3657600"/>
              <a:gd name="connsiteY13" fmla="*/ 6545835 h 6545835"/>
              <a:gd name="connsiteX14" fmla="*/ 349241 w 3657600"/>
              <a:gd name="connsiteY14" fmla="*/ 6545835 h 6545835"/>
              <a:gd name="connsiteX15" fmla="*/ 278864 w 3657600"/>
              <a:gd name="connsiteY15" fmla="*/ 6538746 h 6545835"/>
              <a:gd name="connsiteX16" fmla="*/ 0 w 3657600"/>
              <a:gd name="connsiteY16" fmla="*/ 6196917 h 6545835"/>
              <a:gd name="connsiteX17" fmla="*/ 0 w 3657600"/>
              <a:gd name="connsiteY17" fmla="*/ 348912 h 6545835"/>
              <a:gd name="connsiteX18" fmla="*/ 349250 w 3657600"/>
              <a:gd name="connsiteY18" fmla="*/ 0 h 65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57600" h="6545835">
                <a:moveTo>
                  <a:pt x="349250" y="0"/>
                </a:moveTo>
                <a:lnTo>
                  <a:pt x="1828286" y="0"/>
                </a:lnTo>
                <a:cubicBezTo>
                  <a:pt x="1828572" y="0"/>
                  <a:pt x="1828800" y="230"/>
                  <a:pt x="1828800" y="514"/>
                </a:cubicBezTo>
                <a:cubicBezTo>
                  <a:pt x="1828800" y="798"/>
                  <a:pt x="1829029" y="1028"/>
                  <a:pt x="1829315" y="1028"/>
                </a:cubicBezTo>
                <a:lnTo>
                  <a:pt x="3308351" y="1028"/>
                </a:lnTo>
                <a:cubicBezTo>
                  <a:pt x="3477126" y="1028"/>
                  <a:pt x="3617939" y="120629"/>
                  <a:pt x="3650505" y="279622"/>
                </a:cubicBezTo>
                <a:lnTo>
                  <a:pt x="3657600" y="349930"/>
                </a:lnTo>
                <a:lnTo>
                  <a:pt x="3657600" y="5697120"/>
                </a:lnTo>
                <a:lnTo>
                  <a:pt x="3650505" y="5767427"/>
                </a:lnTo>
                <a:cubicBezTo>
                  <a:pt x="3617939" y="5926419"/>
                  <a:pt x="3477126" y="6046022"/>
                  <a:pt x="3308351" y="6046022"/>
                </a:cubicBezTo>
                <a:lnTo>
                  <a:pt x="2078946" y="6046022"/>
                </a:lnTo>
                <a:cubicBezTo>
                  <a:pt x="1940795" y="6046022"/>
                  <a:pt x="1828800" y="6157909"/>
                  <a:pt x="1828800" y="6295926"/>
                </a:cubicBezTo>
                <a:cubicBezTo>
                  <a:pt x="1828800" y="6399429"/>
                  <a:pt x="1765803" y="6488252"/>
                  <a:pt x="1676022" y="6526195"/>
                </a:cubicBezTo>
                <a:lnTo>
                  <a:pt x="1578660" y="6545835"/>
                </a:lnTo>
                <a:lnTo>
                  <a:pt x="349241" y="6545835"/>
                </a:lnTo>
                <a:lnTo>
                  <a:pt x="278864" y="6538746"/>
                </a:lnTo>
                <a:cubicBezTo>
                  <a:pt x="119715" y="6506205"/>
                  <a:pt x="0" y="6365503"/>
                  <a:pt x="0" y="6196917"/>
                </a:cubicBezTo>
                <a:lnTo>
                  <a:pt x="0" y="348912"/>
                </a:lnTo>
                <a:cubicBezTo>
                  <a:pt x="0" y="156213"/>
                  <a:pt x="156362" y="0"/>
                  <a:pt x="349250" y="0"/>
                </a:cubicBezTo>
                <a:close/>
              </a:path>
            </a:pathLst>
          </a:custGeom>
          <a:blipFill>
            <a:blip r:embed="rId2">
              <a:alphaModFix amt="60000"/>
            </a:blip>
            <a:stretch>
              <a:fillRect/>
            </a:stretch>
          </a:blipFill>
        </p:spPr>
        <p:txBody>
          <a:bodyPr wrap="square">
            <a:noAutofit/>
          </a:bodyPr>
          <a:lstStyle/>
          <a:p>
            <a:endParaRPr lang="en-US"/>
          </a:p>
        </p:txBody>
      </p:sp>
      <p:sp>
        <p:nvSpPr>
          <p:cNvPr id="12" name="Footer Placeholder 11">
            <a:extLst>
              <a:ext uri="{FF2B5EF4-FFF2-40B4-BE49-F238E27FC236}">
                <a16:creationId xmlns:a16="http://schemas.microsoft.com/office/drawing/2014/main" id="{0200DA31-8001-338B-5371-3A7494E8D478}"/>
              </a:ext>
            </a:extLst>
          </p:cNvPr>
          <p:cNvSpPr>
            <a:spLocks noGrp="1"/>
          </p:cNvSpPr>
          <p:nvPr>
            <p:ph type="ftr" sz="quarter" idx="17"/>
          </p:nvPr>
        </p:nvSpPr>
        <p:spPr/>
        <p:txBody>
          <a:bodyPr/>
          <a:lstStyle/>
          <a:p>
            <a:r>
              <a:rPr lang="en-US"/>
              <a:t>Sample Footer Text</a:t>
            </a:r>
          </a:p>
        </p:txBody>
      </p:sp>
      <p:sp>
        <p:nvSpPr>
          <p:cNvPr id="11" name="Date Placeholder 10">
            <a:extLst>
              <a:ext uri="{FF2B5EF4-FFF2-40B4-BE49-F238E27FC236}">
                <a16:creationId xmlns:a16="http://schemas.microsoft.com/office/drawing/2014/main" id="{261ED7C0-4B00-0749-E13A-727478511638}"/>
              </a:ext>
            </a:extLst>
          </p:cNvPr>
          <p:cNvSpPr>
            <a:spLocks noGrp="1"/>
          </p:cNvSpPr>
          <p:nvPr>
            <p:ph type="dt" sz="half" idx="16"/>
          </p:nvPr>
        </p:nvSpPr>
        <p:spPr>
          <a:xfrm>
            <a:off x="5819829" y="6340475"/>
            <a:ext cx="1800171" cy="365125"/>
          </a:xfrm>
        </p:spPr>
        <p:txBody>
          <a:bodyPr/>
          <a:lstStyle/>
          <a:p>
            <a:fld id="{3FE5D550-C18F-9046-9823-1666101C984D}" type="datetime1">
              <a:rPr lang="en-US" smtClean="0"/>
              <a:t>12/12/2025</a:t>
            </a:fld>
            <a:endParaRPr lang="en-US"/>
          </a:p>
        </p:txBody>
      </p:sp>
      <p:sp>
        <p:nvSpPr>
          <p:cNvPr id="13" name="Slide Number Placeholder 12">
            <a:extLst>
              <a:ext uri="{FF2B5EF4-FFF2-40B4-BE49-F238E27FC236}">
                <a16:creationId xmlns:a16="http://schemas.microsoft.com/office/drawing/2014/main" id="{C084553E-C102-DA3B-F180-DD397211326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623733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746344-2F7D-4A55-E6DD-6BBEF41A7B66}"/>
              </a:ext>
            </a:extLst>
          </p:cNvPr>
          <p:cNvSpPr>
            <a:spLocks noGrp="1"/>
          </p:cNvSpPr>
          <p:nvPr>
            <p:ph type="title"/>
          </p:nvPr>
        </p:nvSpPr>
        <p:spPr>
          <a:xfrm>
            <a:off x="381000" y="709099"/>
            <a:ext cx="4572000" cy="1348301"/>
          </a:xfrm>
          <a:prstGeom prst="rect">
            <a:avLst/>
          </a:prstGeo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C45C96D9-D192-32BB-6CEF-7F4A787A921E}"/>
              </a:ext>
            </a:extLst>
          </p:cNvPr>
          <p:cNvSpPr>
            <a:spLocks noGrp="1"/>
          </p:cNvSpPr>
          <p:nvPr>
            <p:ph type="pic" sz="quarter" idx="15"/>
          </p:nvPr>
        </p:nvSpPr>
        <p:spPr>
          <a:xfrm>
            <a:off x="387926" y="2590800"/>
            <a:ext cx="4578206" cy="3560521"/>
          </a:xfrm>
          <a:custGeom>
            <a:avLst/>
            <a:gdLst>
              <a:gd name="connsiteX0" fmla="*/ 345466 w 4114800"/>
              <a:gd name="connsiteY0" fmla="*/ 0 h 3200125"/>
              <a:gd name="connsiteX1" fmla="*/ 3769335 w 4114800"/>
              <a:gd name="connsiteY1" fmla="*/ 0 h 3200125"/>
              <a:gd name="connsiteX2" fmla="*/ 3835937 w 4114800"/>
              <a:gd name="connsiteY2" fmla="*/ 6705 h 3200125"/>
              <a:gd name="connsiteX3" fmla="*/ 4114800 w 4114800"/>
              <a:gd name="connsiteY3" fmla="*/ 348409 h 3200125"/>
              <a:gd name="connsiteX4" fmla="*/ 4114800 w 4114800"/>
              <a:gd name="connsiteY4" fmla="*/ 2851335 h 3200125"/>
              <a:gd name="connsiteX5" fmla="*/ 3765550 w 4114800"/>
              <a:gd name="connsiteY5" fmla="*/ 3200125 h 3200125"/>
              <a:gd name="connsiteX6" fmla="*/ 349250 w 4114800"/>
              <a:gd name="connsiteY6" fmla="*/ 3200125 h 3200125"/>
              <a:gd name="connsiteX7" fmla="*/ 0 w 4114800"/>
              <a:gd name="connsiteY7" fmla="*/ 2851335 h 3200125"/>
              <a:gd name="connsiteX8" fmla="*/ 0 w 4114800"/>
              <a:gd name="connsiteY8" fmla="*/ 348409 h 3200125"/>
              <a:gd name="connsiteX9" fmla="*/ 278864 w 4114800"/>
              <a:gd name="connsiteY9" fmla="*/ 6705 h 3200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4800" h="3200125">
                <a:moveTo>
                  <a:pt x="345466" y="0"/>
                </a:moveTo>
                <a:lnTo>
                  <a:pt x="3769335" y="0"/>
                </a:lnTo>
                <a:lnTo>
                  <a:pt x="3835937" y="6705"/>
                </a:lnTo>
                <a:cubicBezTo>
                  <a:pt x="3995086" y="39229"/>
                  <a:pt x="4114800" y="179857"/>
                  <a:pt x="4114800" y="348409"/>
                </a:cubicBezTo>
                <a:lnTo>
                  <a:pt x="4114800" y="2851335"/>
                </a:lnTo>
                <a:cubicBezTo>
                  <a:pt x="4114800" y="3043969"/>
                  <a:pt x="3958438" y="3200125"/>
                  <a:pt x="3765550" y="3200125"/>
                </a:cubicBezTo>
                <a:lnTo>
                  <a:pt x="349250" y="3200125"/>
                </a:lnTo>
                <a:cubicBezTo>
                  <a:pt x="156364" y="3200125"/>
                  <a:pt x="0" y="3043969"/>
                  <a:pt x="0" y="2851335"/>
                </a:cubicBezTo>
                <a:lnTo>
                  <a:pt x="0" y="348409"/>
                </a:lnTo>
                <a:cubicBezTo>
                  <a:pt x="0" y="179857"/>
                  <a:pt x="119716" y="39229"/>
                  <a:pt x="278864" y="6705"/>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8800" y="706803"/>
            <a:ext cx="6172200" cy="5465398"/>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8C66154-743D-C7F5-97C4-2FAB2B6A1D3C}"/>
              </a:ext>
            </a:extLst>
          </p:cNvPr>
          <p:cNvSpPr>
            <a:spLocks noGrp="1"/>
          </p:cNvSpPr>
          <p:nvPr>
            <p:ph type="ftr" sz="quarter" idx="17"/>
          </p:nvPr>
        </p:nvSpPr>
        <p:spPr/>
        <p:txBody>
          <a:bodyPr/>
          <a:lstStyle/>
          <a:p>
            <a:r>
              <a:rPr lang="en-US"/>
              <a:t>Sample Footer Text</a:t>
            </a:r>
          </a:p>
        </p:txBody>
      </p:sp>
      <p:sp>
        <p:nvSpPr>
          <p:cNvPr id="13" name="Date Placeholder 12">
            <a:extLst>
              <a:ext uri="{FF2B5EF4-FFF2-40B4-BE49-F238E27FC236}">
                <a16:creationId xmlns:a16="http://schemas.microsoft.com/office/drawing/2014/main" id="{AA3F3A86-D339-7100-3E81-E5798445D506}"/>
              </a:ext>
            </a:extLst>
          </p:cNvPr>
          <p:cNvSpPr>
            <a:spLocks noGrp="1"/>
          </p:cNvSpPr>
          <p:nvPr>
            <p:ph type="dt" sz="half" idx="16"/>
          </p:nvPr>
        </p:nvSpPr>
        <p:spPr/>
        <p:txBody>
          <a:bodyPr/>
          <a:lstStyle/>
          <a:p>
            <a:fld id="{345EA323-74B6-5848-92CE-4C72A64B8493}" type="datetime1">
              <a:rPr lang="en-US" smtClean="0"/>
              <a:t>12/12/2025</a:t>
            </a:fld>
            <a:endParaRPr lang="en-US"/>
          </a:p>
        </p:txBody>
      </p:sp>
      <p:sp>
        <p:nvSpPr>
          <p:cNvPr id="15" name="Slide Number Placeholder 14">
            <a:extLst>
              <a:ext uri="{FF2B5EF4-FFF2-40B4-BE49-F238E27FC236}">
                <a16:creationId xmlns:a16="http://schemas.microsoft.com/office/drawing/2014/main" id="{FEDCFD90-149A-5BBC-51D0-89BB36B9E80A}"/>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7628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1000" y="709098"/>
            <a:ext cx="4114800" cy="1805502"/>
          </a:xfrm>
          <a:prstGeom prst="rect">
            <a:avLst/>
          </a:prstGeom>
        </p:spPr>
        <p:txBody>
          <a:bodyPr anchor="t">
            <a:normAutofit/>
          </a:bodyPr>
          <a:lstStyle>
            <a:lvl1pPr>
              <a:defRPr sz="2800"/>
            </a:lvl1pPr>
          </a:lstStyle>
          <a:p>
            <a:r>
              <a:rPr lang="en-US" dirty="0"/>
              <a:t>Click to edit Master title style</a:t>
            </a:r>
          </a:p>
        </p:txBody>
      </p:sp>
      <p:sp>
        <p:nvSpPr>
          <p:cNvPr id="16" name="Picture Placeholder 15">
            <a:extLst>
              <a:ext uri="{FF2B5EF4-FFF2-40B4-BE49-F238E27FC236}">
                <a16:creationId xmlns:a16="http://schemas.microsoft.com/office/drawing/2014/main" id="{EA2CA930-2485-A4DF-F377-8218AE4BB18E}"/>
              </a:ext>
            </a:extLst>
          </p:cNvPr>
          <p:cNvSpPr>
            <a:spLocks noGrp="1"/>
          </p:cNvSpPr>
          <p:nvPr>
            <p:ph type="pic" sz="quarter" idx="15"/>
          </p:nvPr>
        </p:nvSpPr>
        <p:spPr>
          <a:xfrm>
            <a:off x="381001" y="3090060"/>
            <a:ext cx="4114800" cy="3078972"/>
          </a:xfrm>
          <a:custGeom>
            <a:avLst/>
            <a:gdLst>
              <a:gd name="connsiteX0" fmla="*/ 349250 w 3657600"/>
              <a:gd name="connsiteY0" fmla="*/ 0 h 2736864"/>
              <a:gd name="connsiteX1" fmla="*/ 3308350 w 3657600"/>
              <a:gd name="connsiteY1" fmla="*/ 0 h 2736864"/>
              <a:gd name="connsiteX2" fmla="*/ 3657600 w 3657600"/>
              <a:gd name="connsiteY2" fmla="*/ 348444 h 2736864"/>
              <a:gd name="connsiteX3" fmla="*/ 3657600 w 3657600"/>
              <a:gd name="connsiteY3" fmla="*/ 2388421 h 2736864"/>
              <a:gd name="connsiteX4" fmla="*/ 3308350 w 3657600"/>
              <a:gd name="connsiteY4" fmla="*/ 2736864 h 2736864"/>
              <a:gd name="connsiteX5" fmla="*/ 349250 w 3657600"/>
              <a:gd name="connsiteY5" fmla="*/ 2736864 h 2736864"/>
              <a:gd name="connsiteX6" fmla="*/ 0 w 3657600"/>
              <a:gd name="connsiteY6" fmla="*/ 2388421 h 2736864"/>
              <a:gd name="connsiteX7" fmla="*/ 0 w 3657600"/>
              <a:gd name="connsiteY7" fmla="*/ 348444 h 2736864"/>
              <a:gd name="connsiteX8" fmla="*/ 349250 w 3657600"/>
              <a:gd name="connsiteY8" fmla="*/ 0 h 2736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00" h="2736864">
                <a:moveTo>
                  <a:pt x="349250" y="0"/>
                </a:moveTo>
                <a:lnTo>
                  <a:pt x="3308350" y="0"/>
                </a:lnTo>
                <a:cubicBezTo>
                  <a:pt x="3501238" y="0"/>
                  <a:pt x="3657600" y="156003"/>
                  <a:pt x="3657600" y="348444"/>
                </a:cubicBezTo>
                <a:lnTo>
                  <a:pt x="3657600" y="2388421"/>
                </a:lnTo>
                <a:cubicBezTo>
                  <a:pt x="3657600" y="2580863"/>
                  <a:pt x="3501238" y="2736864"/>
                  <a:pt x="3308350" y="2736864"/>
                </a:cubicBezTo>
                <a:lnTo>
                  <a:pt x="349250" y="2736864"/>
                </a:lnTo>
                <a:cubicBezTo>
                  <a:pt x="156364" y="2736864"/>
                  <a:pt x="0" y="2580863"/>
                  <a:pt x="0" y="2388421"/>
                </a:cubicBezTo>
                <a:lnTo>
                  <a:pt x="0" y="348444"/>
                </a:lnTo>
                <a:cubicBezTo>
                  <a:pt x="0" y="156003"/>
                  <a:pt x="156364" y="0"/>
                  <a:pt x="349250" y="0"/>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629400" cy="5463102"/>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FCB87F31-D334-B77F-23ED-BC9392A5A190}"/>
              </a:ext>
            </a:extLst>
          </p:cNvPr>
          <p:cNvSpPr>
            <a:spLocks noGrp="1"/>
          </p:cNvSpPr>
          <p:nvPr>
            <p:ph type="ftr" sz="quarter" idx="17"/>
          </p:nvPr>
        </p:nvSpPr>
        <p:spPr/>
        <p:txBody>
          <a:bodyPr/>
          <a:lstStyle/>
          <a:p>
            <a:r>
              <a:rPr lang="en-US"/>
              <a:t>Sample Footer Text</a:t>
            </a:r>
          </a:p>
        </p:txBody>
      </p:sp>
      <p:sp>
        <p:nvSpPr>
          <p:cNvPr id="17" name="Date Placeholder 16">
            <a:extLst>
              <a:ext uri="{FF2B5EF4-FFF2-40B4-BE49-F238E27FC236}">
                <a16:creationId xmlns:a16="http://schemas.microsoft.com/office/drawing/2014/main" id="{CFC38238-FDEF-8175-D965-3AB225B3E4DC}"/>
              </a:ext>
            </a:extLst>
          </p:cNvPr>
          <p:cNvSpPr>
            <a:spLocks noGrp="1"/>
          </p:cNvSpPr>
          <p:nvPr>
            <p:ph type="dt" sz="half" idx="16"/>
          </p:nvPr>
        </p:nvSpPr>
        <p:spPr/>
        <p:txBody>
          <a:bodyPr/>
          <a:lstStyle/>
          <a:p>
            <a:fld id="{7EB7FF3F-DA9F-314F-9D49-20971D537C61}" type="datetime1">
              <a:rPr lang="en-US" smtClean="0"/>
              <a:t>12/12/2025</a:t>
            </a:fld>
            <a:endParaRPr lang="en-US"/>
          </a:p>
        </p:txBody>
      </p:sp>
      <p:sp>
        <p:nvSpPr>
          <p:cNvPr id="19" name="Slide Number Placeholder 18">
            <a:extLst>
              <a:ext uri="{FF2B5EF4-FFF2-40B4-BE49-F238E27FC236}">
                <a16:creationId xmlns:a16="http://schemas.microsoft.com/office/drawing/2014/main" id="{1C67D1B5-265C-82B0-F8CD-079589F0A1C0}"/>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16853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pic>
        <p:nvPicPr>
          <p:cNvPr id="18" name="Picture 17" descr="A close up of a colorful background&#10;&#10;AI-generated content may be incorrect.">
            <a:extLst>
              <a:ext uri="{FF2B5EF4-FFF2-40B4-BE49-F238E27FC236}">
                <a16:creationId xmlns:a16="http://schemas.microsoft.com/office/drawing/2014/main" id="{B88F4B1A-8CA8-A34A-4954-AE7A09F852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3469D919-6BEC-1146-C73F-9E159C2CBC47}"/>
              </a:ext>
            </a:extLst>
          </p:cNvPr>
          <p:cNvSpPr>
            <a:spLocks noGrp="1"/>
          </p:cNvSpPr>
          <p:nvPr>
            <p:ph type="title"/>
          </p:nvPr>
        </p:nvSpPr>
        <p:spPr>
          <a:xfrm>
            <a:off x="1523999" y="5020235"/>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dirty="0"/>
              <a:t>Click to edit Master title style</a:t>
            </a:r>
          </a:p>
        </p:txBody>
      </p:sp>
      <p:sp>
        <p:nvSpPr>
          <p:cNvPr id="9" name="Content Placeholder 6">
            <a:extLst>
              <a:ext uri="{FF2B5EF4-FFF2-40B4-BE49-F238E27FC236}">
                <a16:creationId xmlns:a16="http://schemas.microsoft.com/office/drawing/2014/main" id="{7CDAC417-B61F-30A2-725C-3CF74077D955}"/>
              </a:ext>
            </a:extLst>
          </p:cNvPr>
          <p:cNvSpPr>
            <a:spLocks noGrp="1"/>
          </p:cNvSpPr>
          <p:nvPr>
            <p:ph sz="quarter" idx="13" hasCustomPrompt="1"/>
          </p:nvPr>
        </p:nvSpPr>
        <p:spPr>
          <a:xfrm>
            <a:off x="381000" y="1219200"/>
            <a:ext cx="11423901" cy="4334435"/>
          </a:xfrm>
        </p:spPr>
        <p:txBody>
          <a:bodyPr anchor="ctr">
            <a:normAutofit/>
          </a:bodyPr>
          <a:lstStyle>
            <a:lvl1pPr marL="0" indent="0" algn="ctr">
              <a:lnSpc>
                <a:spcPct val="90000"/>
              </a:lnSpc>
              <a:buNone/>
              <a:defRPr sz="32000" b="0" i="0">
                <a:solidFill>
                  <a:schemeClr val="tx1"/>
                </a:solidFill>
                <a:latin typeface="+mj-lt"/>
                <a:cs typeface="Biome" panose="020B0503030204020804" pitchFamily="34" charset="0"/>
              </a:defRPr>
            </a:lvl1pPr>
          </a:lstStyle>
          <a:p>
            <a:pPr lvl="0"/>
            <a:r>
              <a:rPr lang="en-US" dirty="0"/>
              <a:t>##%</a:t>
            </a:r>
          </a:p>
        </p:txBody>
      </p:sp>
      <p:sp>
        <p:nvSpPr>
          <p:cNvPr id="3" name="Footer Placeholder 2">
            <a:extLst>
              <a:ext uri="{FF2B5EF4-FFF2-40B4-BE49-F238E27FC236}">
                <a16:creationId xmlns:a16="http://schemas.microsoft.com/office/drawing/2014/main" id="{BABF7456-2994-4EAE-3371-7D91481A994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368108BC-C075-0A9E-0B2B-E7A83353BBC9}"/>
              </a:ext>
            </a:extLst>
          </p:cNvPr>
          <p:cNvSpPr>
            <a:spLocks noGrp="1"/>
          </p:cNvSpPr>
          <p:nvPr>
            <p:ph type="dt" sz="half" idx="14"/>
          </p:nvPr>
        </p:nvSpPr>
        <p:spPr/>
        <p:txBody>
          <a:bodyPr/>
          <a:lstStyle>
            <a:lvl1pPr>
              <a:defRPr>
                <a:solidFill>
                  <a:schemeClr val="tx1"/>
                </a:solidFill>
              </a:defRPr>
            </a:lvl1pPr>
          </a:lstStyle>
          <a:p>
            <a:fld id="{BB684DC2-C5AB-E14B-8633-21D19F683F0B}" type="datetime1">
              <a:rPr lang="en-US" smtClean="0"/>
              <a:pPr/>
              <a:t>12/12/2025</a:t>
            </a:fld>
            <a:endParaRPr lang="en-US"/>
          </a:p>
        </p:txBody>
      </p:sp>
      <p:sp>
        <p:nvSpPr>
          <p:cNvPr id="4" name="Slide Number Placeholder 3">
            <a:extLst>
              <a:ext uri="{FF2B5EF4-FFF2-40B4-BE49-F238E27FC236}">
                <a16:creationId xmlns:a16="http://schemas.microsoft.com/office/drawing/2014/main" id="{2127E1D0-2E0F-F464-3005-274CB18AA4E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513456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1"/>
        </a:solidFill>
        <a:effectLst/>
      </p:bgPr>
    </p:bg>
    <p:spTree>
      <p:nvGrpSpPr>
        <p:cNvPr id="1" name=""/>
        <p:cNvGrpSpPr/>
        <p:nvPr/>
      </p:nvGrpSpPr>
      <p:grpSpPr>
        <a:xfrm>
          <a:off x="0" y="0"/>
          <a:ext cx="0" cy="0"/>
          <a:chOff x="0" y="0"/>
          <a:chExt cx="0" cy="0"/>
        </a:xfrm>
      </p:grpSpPr>
      <p:pic>
        <p:nvPicPr>
          <p:cNvPr id="14" name="Picture 13" descr="A close up of a bubble&#10;&#10;AI-generated content may be incorrect.">
            <a:extLst>
              <a:ext uri="{FF2B5EF4-FFF2-40B4-BE49-F238E27FC236}">
                <a16:creationId xmlns:a16="http://schemas.microsoft.com/office/drawing/2014/main" id="{B151E50E-DC1D-C22C-0C1F-221AA729DA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Graphic 7">
            <a:extLst>
              <a:ext uri="{FF2B5EF4-FFF2-40B4-BE49-F238E27FC236}">
                <a16:creationId xmlns:a16="http://schemas.microsoft.com/office/drawing/2014/main" id="{F65420D2-A6C8-2DFC-2118-B78357CCAA8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CDF9954-8E89-826A-2D28-2C5E18A23406}"/>
              </a:ext>
            </a:extLst>
          </p:cNvPr>
          <p:cNvSpPr>
            <a:spLocks noGrp="1"/>
          </p:cNvSpPr>
          <p:nvPr>
            <p:ph type="title"/>
          </p:nvPr>
        </p:nvSpPr>
        <p:spPr>
          <a:xfrm>
            <a:off x="1523999" y="4876800"/>
            <a:ext cx="9144001" cy="933304"/>
          </a:xfrm>
        </p:spPr>
        <p:txBody>
          <a:bodyPr anchor="t">
            <a:normAutofit/>
          </a:bodyPr>
          <a:lstStyle>
            <a:lvl1pPr algn="ctr">
              <a:lnSpc>
                <a:spcPct val="110000"/>
              </a:lnSpc>
              <a:defRPr sz="2200" b="0" i="0" cap="all" baseline="0">
                <a:solidFill>
                  <a:schemeClr val="tx1"/>
                </a:solidFill>
                <a:latin typeface="+mn-lt"/>
                <a:cs typeface="Segoe UI" panose="020B0502040204020203" pitchFamily="34" charset="0"/>
              </a:defRPr>
            </a:lvl1pPr>
          </a:lstStyle>
          <a:p>
            <a:r>
              <a:rPr lang="en-US"/>
              <a:t>Click to edit Master title style</a:t>
            </a:r>
          </a:p>
        </p:txBody>
      </p:sp>
      <p:sp>
        <p:nvSpPr>
          <p:cNvPr id="7" name="Footer Placeholder 6">
            <a:extLst>
              <a:ext uri="{FF2B5EF4-FFF2-40B4-BE49-F238E27FC236}">
                <a16:creationId xmlns:a16="http://schemas.microsoft.com/office/drawing/2014/main" id="{06FF8955-81FF-5C9E-4367-C787FEB7E923}"/>
              </a:ext>
            </a:extLst>
          </p:cNvPr>
          <p:cNvSpPr>
            <a:spLocks noGrp="1"/>
          </p:cNvSpPr>
          <p:nvPr>
            <p:ph type="ftr" sz="quarter" idx="15"/>
          </p:nvPr>
        </p:nvSpPr>
        <p:spPr>
          <a:xfrm>
            <a:off x="381000" y="158982"/>
            <a:ext cx="3200400" cy="365125"/>
          </a:xfrm>
        </p:spPr>
        <p:txBody>
          <a:bodyPr/>
          <a:lstStyle/>
          <a:p>
            <a:r>
              <a:rPr lang="en-US"/>
              <a:t>Sample Footer Text</a:t>
            </a:r>
          </a:p>
        </p:txBody>
      </p:sp>
      <p:sp>
        <p:nvSpPr>
          <p:cNvPr id="6" name="Date Placeholder 5">
            <a:extLst>
              <a:ext uri="{FF2B5EF4-FFF2-40B4-BE49-F238E27FC236}">
                <a16:creationId xmlns:a16="http://schemas.microsoft.com/office/drawing/2014/main" id="{AE8E656D-8CAF-0BA1-21A3-D813F0C299AC}"/>
              </a:ext>
            </a:extLst>
          </p:cNvPr>
          <p:cNvSpPr>
            <a:spLocks noGrp="1"/>
          </p:cNvSpPr>
          <p:nvPr>
            <p:ph type="dt" sz="half" idx="14"/>
          </p:nvPr>
        </p:nvSpPr>
        <p:spPr>
          <a:xfrm>
            <a:off x="9525000" y="152400"/>
            <a:ext cx="1800171" cy="365125"/>
          </a:xfrm>
        </p:spPr>
        <p:txBody>
          <a:bodyPr/>
          <a:lstStyle/>
          <a:p>
            <a:fld id="{9195CB68-20BB-7D4A-9E92-9AD71D038F2F}" type="datetime1">
              <a:rPr lang="en-US" smtClean="0"/>
              <a:t>12/12/2025</a:t>
            </a:fld>
            <a:endParaRPr lang="en-US"/>
          </a:p>
        </p:txBody>
      </p:sp>
      <p:sp>
        <p:nvSpPr>
          <p:cNvPr id="11" name="Slide Number Placeholder 10">
            <a:extLst>
              <a:ext uri="{FF2B5EF4-FFF2-40B4-BE49-F238E27FC236}">
                <a16:creationId xmlns:a16="http://schemas.microsoft.com/office/drawing/2014/main" id="{08E1534F-67F4-FC39-959A-B960911FFF2A}"/>
              </a:ext>
            </a:extLst>
          </p:cNvPr>
          <p:cNvSpPr>
            <a:spLocks noGrp="1"/>
          </p:cNvSpPr>
          <p:nvPr>
            <p:ph type="sldNum" sz="quarter" idx="16"/>
          </p:nvPr>
        </p:nvSpPr>
        <p:spPr>
          <a:xfrm>
            <a:off x="11375694" y="152400"/>
            <a:ext cx="429207" cy="365125"/>
          </a:xfrm>
        </p:spPr>
        <p:txBody>
          <a:bodyPr/>
          <a:lstStyle/>
          <a:p>
            <a:fld id="{AEAA3239-9EA4-4A65-A281-97F994456D9F}" type="slidenum">
              <a:rPr lang="en-US" smtClean="0"/>
              <a:pPr/>
              <a:t>‹#›</a:t>
            </a:fld>
            <a:endParaRPr lang="en-US"/>
          </a:p>
        </p:txBody>
      </p:sp>
      <p:sp>
        <p:nvSpPr>
          <p:cNvPr id="10" name="Content Placeholder 6">
            <a:extLst>
              <a:ext uri="{FF2B5EF4-FFF2-40B4-BE49-F238E27FC236}">
                <a16:creationId xmlns:a16="http://schemas.microsoft.com/office/drawing/2014/main" id="{C93864AC-1E34-CDBA-AC5E-F572F13532E7}"/>
              </a:ext>
            </a:extLst>
          </p:cNvPr>
          <p:cNvSpPr>
            <a:spLocks noGrp="1"/>
          </p:cNvSpPr>
          <p:nvPr>
            <p:ph sz="quarter" idx="13" hasCustomPrompt="1"/>
          </p:nvPr>
        </p:nvSpPr>
        <p:spPr>
          <a:xfrm>
            <a:off x="609601" y="1219200"/>
            <a:ext cx="10972800" cy="4334435"/>
          </a:xfrm>
        </p:spPr>
        <p:txBody>
          <a:bodyPr anchor="ctr">
            <a:normAutofit/>
          </a:bodyPr>
          <a:lstStyle>
            <a:lvl1pPr marL="0" indent="0" algn="ctr">
              <a:lnSpc>
                <a:spcPct val="90000"/>
              </a:lnSpc>
              <a:buNone/>
              <a:defRPr sz="28000" b="0" i="0">
                <a:solidFill>
                  <a:schemeClr val="tx1"/>
                </a:solidFill>
                <a:latin typeface="+mj-lt"/>
                <a:cs typeface="Biome" panose="020B0503030204020804" pitchFamily="34" charset="0"/>
              </a:defRPr>
            </a:lvl1pPr>
          </a:lstStyle>
          <a:p>
            <a:pPr lvl="0"/>
            <a:r>
              <a:rPr lang="en-US" dirty="0"/>
              <a:t>##%</a:t>
            </a:r>
          </a:p>
        </p:txBody>
      </p:sp>
    </p:spTree>
    <p:extLst>
      <p:ext uri="{BB962C8B-B14F-4D97-AF65-F5344CB8AC3E}">
        <p14:creationId xmlns:p14="http://schemas.microsoft.com/office/powerpoint/2010/main" val="33919335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pic>
        <p:nvPicPr>
          <p:cNvPr id="17" name="Picture 16" descr="A close up of a pink and blue background&#10;&#10;AI-generated content may be incorrect.">
            <a:extLst>
              <a:ext uri="{FF2B5EF4-FFF2-40B4-BE49-F238E27FC236}">
                <a16:creationId xmlns:a16="http://schemas.microsoft.com/office/drawing/2014/main" id="{EE26E3E4-C73C-05B3-5F0F-3D152F526F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15"/>
            <a:ext cx="12188952" cy="6856285"/>
          </a:xfrm>
          <a:prstGeom prst="rect">
            <a:avLst/>
          </a:prstGeom>
        </p:spPr>
      </p:pic>
      <p:pic>
        <p:nvPicPr>
          <p:cNvPr id="8" name="Graphic 7">
            <a:extLst>
              <a:ext uri="{FF2B5EF4-FFF2-40B4-BE49-F238E27FC236}">
                <a16:creationId xmlns:a16="http://schemas.microsoft.com/office/drawing/2014/main" id="{0A565F90-9406-D8D9-2A7A-FB8CA7E9789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0" name="Title 9">
            <a:extLst>
              <a:ext uri="{FF2B5EF4-FFF2-40B4-BE49-F238E27FC236}">
                <a16:creationId xmlns:a16="http://schemas.microsoft.com/office/drawing/2014/main" id="{9733436F-DF03-C037-5141-6E90FCA81FA9}"/>
              </a:ext>
            </a:extLst>
          </p:cNvPr>
          <p:cNvSpPr>
            <a:spLocks noGrp="1"/>
          </p:cNvSpPr>
          <p:nvPr>
            <p:ph type="title"/>
          </p:nvPr>
        </p:nvSpPr>
        <p:spPr>
          <a:xfrm>
            <a:off x="4724400" y="5029201"/>
            <a:ext cx="6858000" cy="1059806"/>
          </a:xfrm>
        </p:spPr>
        <p:txBody>
          <a:bodyPr anchor="ctr"/>
          <a:lstStyle>
            <a:lvl1pPr>
              <a:lnSpc>
                <a:spcPct val="110000"/>
              </a:lnSpc>
              <a:defRPr sz="220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3ADBA34-7E08-D5CF-9B8C-ABC3777215BC}"/>
              </a:ext>
            </a:extLst>
          </p:cNvPr>
          <p:cNvSpPr>
            <a:spLocks noGrp="1"/>
          </p:cNvSpPr>
          <p:nvPr>
            <p:ph sz="quarter" idx="17" hasCustomPrompt="1"/>
          </p:nvPr>
        </p:nvSpPr>
        <p:spPr>
          <a:xfrm>
            <a:off x="609600" y="1066800"/>
            <a:ext cx="10972800" cy="4041648"/>
          </a:xfrm>
        </p:spPr>
        <p:txBody>
          <a:bodyPr anchor="ctr"/>
          <a:lstStyle>
            <a:lvl1pPr>
              <a:lnSpc>
                <a:spcPct val="90000"/>
              </a:lnSpc>
              <a:defRPr sz="32000">
                <a:latin typeface="+mj-lt"/>
              </a:defRPr>
            </a:lvl1pPr>
          </a:lstStyle>
          <a:p>
            <a:pPr lvl="0"/>
            <a:r>
              <a:rPr lang="en-US" dirty="0"/>
              <a:t>##%</a:t>
            </a:r>
          </a:p>
        </p:txBody>
      </p:sp>
      <p:sp>
        <p:nvSpPr>
          <p:cNvPr id="3" name="Footer Placeholder 2">
            <a:extLst>
              <a:ext uri="{FF2B5EF4-FFF2-40B4-BE49-F238E27FC236}">
                <a16:creationId xmlns:a16="http://schemas.microsoft.com/office/drawing/2014/main" id="{33231733-5D4C-7A42-4F95-61D85EEAF5F5}"/>
              </a:ext>
            </a:extLst>
          </p:cNvPr>
          <p:cNvSpPr>
            <a:spLocks noGrp="1"/>
          </p:cNvSpPr>
          <p:nvPr>
            <p:ph type="ftr" sz="quarter" idx="15"/>
          </p:nvPr>
        </p:nvSpPr>
        <p:spPr/>
        <p:txBody>
          <a:bodyPr/>
          <a:lstStyle/>
          <a:p>
            <a:r>
              <a:rPr lang="en-US" dirty="0"/>
              <a:t>Sample Footer Text</a:t>
            </a:r>
          </a:p>
        </p:txBody>
      </p:sp>
      <p:sp>
        <p:nvSpPr>
          <p:cNvPr id="2" name="Date Placeholder 1">
            <a:extLst>
              <a:ext uri="{FF2B5EF4-FFF2-40B4-BE49-F238E27FC236}">
                <a16:creationId xmlns:a16="http://schemas.microsoft.com/office/drawing/2014/main" id="{56416323-93D8-EC57-3DB5-CC2794D1BC38}"/>
              </a:ext>
            </a:extLst>
          </p:cNvPr>
          <p:cNvSpPr>
            <a:spLocks noGrp="1"/>
          </p:cNvSpPr>
          <p:nvPr>
            <p:ph type="dt" sz="half" idx="14"/>
          </p:nvPr>
        </p:nvSpPr>
        <p:spPr/>
        <p:txBody>
          <a:bodyPr/>
          <a:lstStyle/>
          <a:p>
            <a:fld id="{FAF93496-2377-444C-B645-EBE751409D0E}" type="datetime1">
              <a:rPr lang="en-US" smtClean="0"/>
              <a:t>12/12/2025</a:t>
            </a:fld>
            <a:endParaRPr lang="en-US"/>
          </a:p>
        </p:txBody>
      </p:sp>
      <p:sp>
        <p:nvSpPr>
          <p:cNvPr id="4" name="Slide Number Placeholder 3">
            <a:extLst>
              <a:ext uri="{FF2B5EF4-FFF2-40B4-BE49-F238E27FC236}">
                <a16:creationId xmlns:a16="http://schemas.microsoft.com/office/drawing/2014/main" id="{E0ECA7AA-A42C-BDBA-AA41-F842F560A9F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13" name="Picture 12" descr="A blue and pink gradient&#10;&#10;AI-generated content may be incorrect.">
            <a:extLst>
              <a:ext uri="{FF2B5EF4-FFF2-40B4-BE49-F238E27FC236}">
                <a16:creationId xmlns:a16="http://schemas.microsoft.com/office/drawing/2014/main" id="{B7C75419-CE9A-C722-14D8-AEB75E4273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BF766998-B646-F579-CEC0-CC818F8ADF79}"/>
              </a:ext>
            </a:extLst>
          </p:cNvPr>
          <p:cNvSpPr/>
          <p:nvPr/>
        </p:nvSpPr>
        <p:spPr>
          <a:xfrm rot="10800000">
            <a:off x="898" y="0"/>
            <a:ext cx="12185643" cy="6858000"/>
          </a:xfrm>
          <a:custGeom>
            <a:avLst/>
            <a:gdLst>
              <a:gd name="connsiteX0" fmla="*/ 12185643 w 12185643"/>
              <a:gd name="connsiteY0" fmla="*/ 6858000 h 6858000"/>
              <a:gd name="connsiteX1" fmla="*/ 0 w 12185643"/>
              <a:gd name="connsiteY1" fmla="*/ 6858000 h 6858000"/>
              <a:gd name="connsiteX2" fmla="*/ 0 w 12185643"/>
              <a:gd name="connsiteY2" fmla="*/ 0 h 6858000"/>
              <a:gd name="connsiteX3" fmla="*/ 12185643 w 12185643"/>
              <a:gd name="connsiteY3" fmla="*/ 0 h 6858000"/>
              <a:gd name="connsiteX4" fmla="*/ 12185643 w 12185643"/>
              <a:gd name="connsiteY4" fmla="*/ 6858000 h 6858000"/>
              <a:gd name="connsiteX5" fmla="*/ 501389 w 12185643"/>
              <a:gd name="connsiteY5" fmla="*/ 694246 h 6858000"/>
              <a:gd name="connsiteX6" fmla="*/ 152321 w 12185643"/>
              <a:gd name="connsiteY6" fmla="*/ 1043496 h 6858000"/>
              <a:gd name="connsiteX7" fmla="*/ 152321 w 12185643"/>
              <a:gd name="connsiteY7" fmla="*/ 6356350 h 6858000"/>
              <a:gd name="connsiteX8" fmla="*/ 501389 w 12185643"/>
              <a:gd name="connsiteY8" fmla="*/ 6705600 h 6858000"/>
              <a:gd name="connsiteX9" fmla="*/ 11684254 w 12185643"/>
              <a:gd name="connsiteY9" fmla="*/ 6705600 h 6858000"/>
              <a:gd name="connsiteX10" fmla="*/ 12033323 w 12185643"/>
              <a:gd name="connsiteY10" fmla="*/ 6356350 h 6858000"/>
              <a:gd name="connsiteX11" fmla="*/ 12033323 w 12185643"/>
              <a:gd name="connsiteY11" fmla="*/ 1043496 h 6858000"/>
              <a:gd name="connsiteX12" fmla="*/ 11684254 w 12185643"/>
              <a:gd name="connsiteY12" fmla="*/ 694246 h 6858000"/>
              <a:gd name="connsiteX13" fmla="*/ 501389 w 12185643"/>
              <a:gd name="connsiteY13" fmla="*/ 694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85643" h="6858000">
                <a:moveTo>
                  <a:pt x="12185643" y="6858000"/>
                </a:moveTo>
                <a:lnTo>
                  <a:pt x="0" y="6858000"/>
                </a:lnTo>
                <a:lnTo>
                  <a:pt x="0" y="0"/>
                </a:lnTo>
                <a:lnTo>
                  <a:pt x="12185643" y="0"/>
                </a:lnTo>
                <a:lnTo>
                  <a:pt x="12185643" y="6858000"/>
                </a:lnTo>
                <a:close/>
                <a:moveTo>
                  <a:pt x="501389" y="694246"/>
                </a:moveTo>
                <a:cubicBezTo>
                  <a:pt x="308604" y="694246"/>
                  <a:pt x="152321" y="850608"/>
                  <a:pt x="152321" y="1043496"/>
                </a:cubicBezTo>
                <a:lnTo>
                  <a:pt x="152321" y="6356350"/>
                </a:lnTo>
                <a:cubicBezTo>
                  <a:pt x="152321" y="6549263"/>
                  <a:pt x="308604" y="6705600"/>
                  <a:pt x="501389" y="6705600"/>
                </a:cubicBezTo>
                <a:lnTo>
                  <a:pt x="11684254" y="6705600"/>
                </a:lnTo>
                <a:cubicBezTo>
                  <a:pt x="11877067" y="6705600"/>
                  <a:pt x="12033323" y="6549263"/>
                  <a:pt x="12033323" y="6356350"/>
                </a:cubicBezTo>
                <a:lnTo>
                  <a:pt x="12033323" y="1043496"/>
                </a:lnTo>
                <a:cubicBezTo>
                  <a:pt x="12033323" y="850608"/>
                  <a:pt x="11877067" y="694246"/>
                  <a:pt x="11684254" y="694246"/>
                </a:cubicBezTo>
                <a:lnTo>
                  <a:pt x="501389" y="694246"/>
                </a:lnTo>
                <a:close/>
              </a:path>
            </a:pathLst>
          </a:custGeom>
          <a:solidFill>
            <a:schemeClr val="bg1"/>
          </a:solidFill>
          <a:ln w="6347" cap="flat">
            <a:noFill/>
            <a:prstDash val="solid"/>
            <a:miter/>
          </a:ln>
        </p:spPr>
        <p:txBody>
          <a:bodyPr rtlCol="0" anchor="ctr"/>
          <a:lstStyle/>
          <a:p>
            <a:endParaRPr lang="en-US">
              <a:solidFill>
                <a:schemeClr val="tx1"/>
              </a:solidFill>
            </a:endParaRPr>
          </a:p>
        </p:txBody>
      </p:sp>
      <p:sp>
        <p:nvSpPr>
          <p:cNvPr id="11" name="Title 10">
            <a:extLst>
              <a:ext uri="{FF2B5EF4-FFF2-40B4-BE49-F238E27FC236}">
                <a16:creationId xmlns:a16="http://schemas.microsoft.com/office/drawing/2014/main" id="{E0ABE5B9-4225-A306-2DAC-75E06A7BC64C}"/>
              </a:ext>
            </a:extLst>
          </p:cNvPr>
          <p:cNvSpPr>
            <a:spLocks noGrp="1"/>
          </p:cNvSpPr>
          <p:nvPr>
            <p:ph type="title"/>
          </p:nvPr>
        </p:nvSpPr>
        <p:spPr>
          <a:xfrm>
            <a:off x="604838" y="4730435"/>
            <a:ext cx="8234362" cy="908365"/>
          </a:xfrm>
        </p:spPr>
        <p:txBody>
          <a:bodyPr>
            <a:normAutofit/>
          </a:bodyPr>
          <a:lstStyle>
            <a:lvl1pPr>
              <a:lnSpc>
                <a:spcPct val="110000"/>
              </a:lnSpc>
              <a:defRPr sz="2400">
                <a:latin typeface="+mn-lt"/>
              </a:defRPr>
            </a:lvl1pPr>
          </a:lstStyle>
          <a:p>
            <a:r>
              <a:rPr lang="en-US" dirty="0"/>
              <a:t>Click to edit Master title style</a:t>
            </a:r>
          </a:p>
        </p:txBody>
      </p:sp>
      <p:sp>
        <p:nvSpPr>
          <p:cNvPr id="9" name="Content Placeholder 8">
            <a:extLst>
              <a:ext uri="{FF2B5EF4-FFF2-40B4-BE49-F238E27FC236}">
                <a16:creationId xmlns:a16="http://schemas.microsoft.com/office/drawing/2014/main" id="{37C34C59-51DE-1A41-1297-289A4EEC9610}"/>
              </a:ext>
            </a:extLst>
          </p:cNvPr>
          <p:cNvSpPr>
            <a:spLocks noGrp="1"/>
          </p:cNvSpPr>
          <p:nvPr>
            <p:ph sz="quarter" idx="17" hasCustomPrompt="1"/>
          </p:nvPr>
        </p:nvSpPr>
        <p:spPr>
          <a:xfrm>
            <a:off x="604838" y="838200"/>
            <a:ext cx="11199812" cy="3657600"/>
          </a:xfrm>
        </p:spPr>
        <p:txBody>
          <a:bodyPr/>
          <a:lstStyle>
            <a:lvl1pPr>
              <a:lnSpc>
                <a:spcPct val="90000"/>
              </a:lnSpc>
              <a:defRPr sz="27800">
                <a:latin typeface="+mj-lt"/>
              </a:defRPr>
            </a:lvl1pPr>
          </a:lstStyle>
          <a:p>
            <a:pPr lvl="0"/>
            <a:r>
              <a:rPr lang="en-US" dirty="0"/>
              <a:t>##%</a:t>
            </a:r>
          </a:p>
        </p:txBody>
      </p:sp>
      <p:sp>
        <p:nvSpPr>
          <p:cNvPr id="4" name="Footer Placeholder 3">
            <a:extLst>
              <a:ext uri="{FF2B5EF4-FFF2-40B4-BE49-F238E27FC236}">
                <a16:creationId xmlns:a16="http://schemas.microsoft.com/office/drawing/2014/main" id="{807D394B-A85B-3F18-7A00-F6903DB9D2C0}"/>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74D33632-66A2-3497-6DB8-C0BAE37B2ED2}"/>
              </a:ext>
            </a:extLst>
          </p:cNvPr>
          <p:cNvSpPr>
            <a:spLocks noGrp="1"/>
          </p:cNvSpPr>
          <p:nvPr>
            <p:ph type="dt" sz="half" idx="14"/>
          </p:nvPr>
        </p:nvSpPr>
        <p:spPr/>
        <p:txBody>
          <a:bodyPr/>
          <a:lstStyle>
            <a:lvl1pPr>
              <a:defRPr>
                <a:solidFill>
                  <a:schemeClr val="tx1"/>
                </a:solidFill>
              </a:defRPr>
            </a:lvl1pPr>
          </a:lstStyle>
          <a:p>
            <a:fld id="{B29FD2E1-2E7E-4E47-A0E4-B8C330155E6A}" type="datetime1">
              <a:rPr lang="en-US" smtClean="0"/>
              <a:pPr/>
              <a:t>12/12/2025</a:t>
            </a:fld>
            <a:endParaRPr lang="en-US"/>
          </a:p>
        </p:txBody>
      </p:sp>
      <p:sp>
        <p:nvSpPr>
          <p:cNvPr id="5" name="Slide Number Placeholder 4">
            <a:extLst>
              <a:ext uri="{FF2B5EF4-FFF2-40B4-BE49-F238E27FC236}">
                <a16:creationId xmlns:a16="http://schemas.microsoft.com/office/drawing/2014/main" id="{3CD18E61-F2C7-CBF8-114B-A1C90515377C}"/>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8156961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EC02AF0-2629-8770-A541-3F1617189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D9950417-35F4-F816-8A7A-09C28E5F63A3}"/>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9" name="Content Placeholder 6">
            <a:extLst>
              <a:ext uri="{FF2B5EF4-FFF2-40B4-BE49-F238E27FC236}">
                <a16:creationId xmlns:a16="http://schemas.microsoft.com/office/drawing/2014/main" id="{85FC488E-5BA5-381F-F5F2-7A6D1B220906}"/>
              </a:ext>
            </a:extLst>
          </p:cNvPr>
          <p:cNvSpPr>
            <a:spLocks noGrp="1"/>
          </p:cNvSpPr>
          <p:nvPr>
            <p:ph sz="quarter" idx="13" hasCustomPrompt="1"/>
          </p:nvPr>
        </p:nvSpPr>
        <p:spPr>
          <a:xfrm>
            <a:off x="381000" y="685800"/>
            <a:ext cx="11430000" cy="5486400"/>
          </a:xfrm>
        </p:spPr>
        <p:txBody>
          <a:bodyPr anchor="t">
            <a:normAutofit/>
          </a:bodyPr>
          <a:lstStyle>
            <a:lvl1pPr marL="0" indent="0">
              <a:lnSpc>
                <a:spcPct val="90000"/>
              </a:lnSpc>
              <a:buNone/>
              <a:defRPr sz="8000" b="0">
                <a:solidFill>
                  <a:schemeClr val="tx1"/>
                </a:solidFill>
              </a:defRPr>
            </a:lvl1pPr>
            <a:lvl2pPr marL="228600" indent="0">
              <a:lnSpc>
                <a:spcPct val="90000"/>
              </a:lnSpc>
              <a:buNone/>
              <a:defRPr sz="7200" b="0">
                <a:solidFill>
                  <a:schemeClr val="tx1"/>
                </a:solidFill>
              </a:defRPr>
            </a:lvl2pPr>
            <a:lvl3pPr marL="457200" indent="0">
              <a:lnSpc>
                <a:spcPct val="90000"/>
              </a:lnSpc>
              <a:buNone/>
              <a:defRPr sz="6600" b="0">
                <a:solidFill>
                  <a:schemeClr val="tx1"/>
                </a:solidFill>
              </a:defRPr>
            </a:lvl3pPr>
            <a:lvl4pPr marL="685800" indent="0">
              <a:lnSpc>
                <a:spcPct val="90000"/>
              </a:lnSpc>
              <a:buNone/>
              <a:defRPr sz="6000" b="0">
                <a:solidFill>
                  <a:schemeClr val="tx1"/>
                </a:solidFill>
              </a:defRPr>
            </a:lvl4pPr>
            <a:lvl5pPr marL="914400" indent="0">
              <a:lnSpc>
                <a:spcPct val="90000"/>
              </a:lnSpc>
              <a:buNone/>
              <a:defRPr sz="5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32B6F9AB-D139-2C1F-00CB-9691DC19D504}"/>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9E16E803-3D9A-FF7D-784D-8A8F6C972030}"/>
              </a:ext>
            </a:extLst>
          </p:cNvPr>
          <p:cNvSpPr>
            <a:spLocks noGrp="1"/>
          </p:cNvSpPr>
          <p:nvPr>
            <p:ph type="dt" sz="half" idx="14"/>
          </p:nvPr>
        </p:nvSpPr>
        <p:spPr/>
        <p:txBody>
          <a:bodyPr/>
          <a:lstStyle>
            <a:lvl1pPr>
              <a:defRPr>
                <a:solidFill>
                  <a:schemeClr val="tx1"/>
                </a:solidFill>
              </a:defRPr>
            </a:lvl1pPr>
          </a:lstStyle>
          <a:p>
            <a:fld id="{EEC1C73B-E8EA-3F4D-BC6B-13568C609C15}" type="datetime1">
              <a:rPr lang="en-US" smtClean="0"/>
              <a:pPr/>
              <a:t>12/12/2025</a:t>
            </a:fld>
            <a:endParaRPr lang="en-US"/>
          </a:p>
        </p:txBody>
      </p:sp>
      <p:sp>
        <p:nvSpPr>
          <p:cNvPr id="4" name="Slide Number Placeholder 3">
            <a:extLst>
              <a:ext uri="{FF2B5EF4-FFF2-40B4-BE49-F238E27FC236}">
                <a16:creationId xmlns:a16="http://schemas.microsoft.com/office/drawing/2014/main" id="{1D8D7C72-3429-AAA8-654F-344ED902B91D}"/>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81965512"/>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bg1"/>
        </a:solidFill>
        <a:effectLst/>
      </p:bgPr>
    </p:bg>
    <p:spTree>
      <p:nvGrpSpPr>
        <p:cNvPr id="1" name=""/>
        <p:cNvGrpSpPr/>
        <p:nvPr/>
      </p:nvGrpSpPr>
      <p:grpSpPr>
        <a:xfrm>
          <a:off x="0" y="0"/>
          <a:ext cx="0" cy="0"/>
          <a:chOff x="0" y="0"/>
          <a:chExt cx="0" cy="0"/>
        </a:xfrm>
      </p:grpSpPr>
      <p:pic>
        <p:nvPicPr>
          <p:cNvPr id="19" name="Picture 18" descr="A blurry image of a blue and pink color&#10;&#10;AI-generated content may be incorrect.">
            <a:extLst>
              <a:ext uri="{FF2B5EF4-FFF2-40B4-BE49-F238E27FC236}">
                <a16:creationId xmlns:a16="http://schemas.microsoft.com/office/drawing/2014/main" id="{CE7B6BE6-8C3C-A057-92EF-B4CC19C0A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952" cy="6856285"/>
          </a:xfrm>
          <a:prstGeom prst="rect">
            <a:avLst/>
          </a:prstGeom>
        </p:spPr>
      </p:pic>
      <p:pic>
        <p:nvPicPr>
          <p:cNvPr id="12" name="Graphic 11">
            <a:extLst>
              <a:ext uri="{FF2B5EF4-FFF2-40B4-BE49-F238E27FC236}">
                <a16:creationId xmlns:a16="http://schemas.microsoft.com/office/drawing/2014/main" id="{484A6C87-FE17-4FCA-F34C-3C6963EBAA7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DE31E7B3-0420-8F46-6F8C-BEC942469B7F}"/>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6">
            <a:extLst>
              <a:ext uri="{FF2B5EF4-FFF2-40B4-BE49-F238E27FC236}">
                <a16:creationId xmlns:a16="http://schemas.microsoft.com/office/drawing/2014/main" id="{DF3518DE-0793-421D-B1A4-28B056428663}"/>
              </a:ext>
            </a:extLst>
          </p:cNvPr>
          <p:cNvSpPr>
            <a:spLocks noGrp="1"/>
          </p:cNvSpPr>
          <p:nvPr>
            <p:ph sz="quarter" idx="13" hasCustomPrompt="1"/>
          </p:nvPr>
        </p:nvSpPr>
        <p:spPr>
          <a:xfrm>
            <a:off x="612648" y="1143000"/>
            <a:ext cx="10055352" cy="4572000"/>
          </a:xfrm>
        </p:spPr>
        <p:txBody>
          <a:bodyPr anchor="ctr">
            <a:normAutofit/>
          </a:bodyPr>
          <a:lstStyle>
            <a:lvl1pPr marL="0" indent="0">
              <a:lnSpc>
                <a:spcPct val="90000"/>
              </a:lnSpc>
              <a:buNone/>
              <a:defRPr sz="5500" b="0">
                <a:solidFill>
                  <a:schemeClr val="tx1"/>
                </a:solidFill>
              </a:defRPr>
            </a:lvl1pPr>
            <a:lvl2pPr marL="228600" indent="0">
              <a:lnSpc>
                <a:spcPct val="90000"/>
              </a:lnSpc>
              <a:buNone/>
              <a:defRPr sz="5500" b="0">
                <a:solidFill>
                  <a:schemeClr val="tx1"/>
                </a:solidFill>
              </a:defRPr>
            </a:lvl2pPr>
            <a:lvl3pPr marL="457200" indent="0">
              <a:lnSpc>
                <a:spcPct val="90000"/>
              </a:lnSpc>
              <a:buNone/>
              <a:defRPr sz="5500" b="0">
                <a:solidFill>
                  <a:schemeClr val="tx1"/>
                </a:solidFill>
              </a:defRPr>
            </a:lvl3pPr>
            <a:lvl4pPr marL="685800" indent="0">
              <a:lnSpc>
                <a:spcPct val="90000"/>
              </a:lnSpc>
              <a:buNone/>
              <a:defRPr sz="5500" b="0">
                <a:solidFill>
                  <a:schemeClr val="tx1"/>
                </a:solidFill>
              </a:defRPr>
            </a:lvl4pPr>
            <a:lvl5pPr marL="914400" indent="0">
              <a:lnSpc>
                <a:spcPct val="90000"/>
              </a:lnSpc>
              <a:buNone/>
              <a:defRPr sz="55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0">
            <a:extLst>
              <a:ext uri="{FF2B5EF4-FFF2-40B4-BE49-F238E27FC236}">
                <a16:creationId xmlns:a16="http://schemas.microsoft.com/office/drawing/2014/main" id="{DEEE13FA-BDB3-D527-0B3C-C5CF32ACA10A}"/>
              </a:ext>
            </a:extLst>
          </p:cNvPr>
          <p:cNvSpPr>
            <a:spLocks noGrp="1"/>
          </p:cNvSpPr>
          <p:nvPr>
            <p:ph type="ftr" sz="quarter" idx="11"/>
          </p:nvPr>
        </p:nvSpPr>
        <p:spPr>
          <a:xfrm>
            <a:off x="381000" y="6310660"/>
            <a:ext cx="3200400" cy="365125"/>
          </a:xfrm>
        </p:spPr>
        <p:txBody>
          <a:bodyPr/>
          <a:lstStyle>
            <a:lvl1pPr>
              <a:defRPr>
                <a:solidFill>
                  <a:schemeClr val="tx1"/>
                </a:solidFill>
              </a:defRPr>
            </a:lvl1pPr>
          </a:lstStyle>
          <a:p>
            <a:r>
              <a:rPr lang="en-US"/>
              <a:t>Sample Footer Text</a:t>
            </a:r>
          </a:p>
        </p:txBody>
      </p:sp>
      <p:sp>
        <p:nvSpPr>
          <p:cNvPr id="13" name="Date Placeholder 5">
            <a:extLst>
              <a:ext uri="{FF2B5EF4-FFF2-40B4-BE49-F238E27FC236}">
                <a16:creationId xmlns:a16="http://schemas.microsoft.com/office/drawing/2014/main" id="{9C18FB6C-6208-7E69-D980-6941C96019C7}"/>
              </a:ext>
            </a:extLst>
          </p:cNvPr>
          <p:cNvSpPr>
            <a:spLocks noGrp="1"/>
          </p:cNvSpPr>
          <p:nvPr>
            <p:ph type="dt" sz="half" idx="10"/>
          </p:nvPr>
        </p:nvSpPr>
        <p:spPr>
          <a:xfrm>
            <a:off x="3631923" y="6310660"/>
            <a:ext cx="1800171" cy="365125"/>
          </a:xfrm>
        </p:spPr>
        <p:txBody>
          <a:bodyPr/>
          <a:lstStyle>
            <a:lvl1pPr>
              <a:defRPr>
                <a:solidFill>
                  <a:schemeClr val="tx1"/>
                </a:solidFill>
              </a:defRPr>
            </a:lvl1pPr>
          </a:lstStyle>
          <a:p>
            <a:fld id="{60E31574-77A2-5049-8555-8B5875AD8BC3}" type="datetime1">
              <a:rPr lang="en-US" smtClean="0"/>
              <a:t>12/12/2025</a:t>
            </a:fld>
            <a:endParaRPr lang="en-US"/>
          </a:p>
        </p:txBody>
      </p:sp>
      <p:sp>
        <p:nvSpPr>
          <p:cNvPr id="15" name="Slide Number Placeholder 11">
            <a:extLst>
              <a:ext uri="{FF2B5EF4-FFF2-40B4-BE49-F238E27FC236}">
                <a16:creationId xmlns:a16="http://schemas.microsoft.com/office/drawing/2014/main" id="{2974FB90-7208-DA12-99DF-FB0A622085E8}"/>
              </a:ext>
            </a:extLst>
          </p:cNvPr>
          <p:cNvSpPr>
            <a:spLocks noGrp="1"/>
          </p:cNvSpPr>
          <p:nvPr>
            <p:ph type="sldNum" sz="quarter" idx="12"/>
          </p:nvPr>
        </p:nvSpPr>
        <p:spPr>
          <a:xfrm>
            <a:off x="5482617"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71367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bg>
      <p:bgPr>
        <a:solidFill>
          <a:schemeClr val="bg1"/>
        </a:solidFill>
        <a:effectLst/>
      </p:bgPr>
    </p:bg>
    <p:spTree>
      <p:nvGrpSpPr>
        <p:cNvPr id="1" name=""/>
        <p:cNvGrpSpPr/>
        <p:nvPr/>
      </p:nvGrpSpPr>
      <p:grpSpPr>
        <a:xfrm>
          <a:off x="0" y="0"/>
          <a:ext cx="0" cy="0"/>
          <a:chOff x="0" y="0"/>
          <a:chExt cx="0" cy="0"/>
        </a:xfrm>
      </p:grpSpPr>
      <p:pic>
        <p:nvPicPr>
          <p:cNvPr id="4" name="Picture 3" descr="A blue and pink gradient&#10;&#10;AI-generated content may be incorrect.">
            <a:extLst>
              <a:ext uri="{FF2B5EF4-FFF2-40B4-BE49-F238E27FC236}">
                <a16:creationId xmlns:a16="http://schemas.microsoft.com/office/drawing/2014/main" id="{491DCE33-DB86-6A68-46D1-E4311F4247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Graphic 6">
            <a:extLst>
              <a:ext uri="{FF2B5EF4-FFF2-40B4-BE49-F238E27FC236}">
                <a16:creationId xmlns:a16="http://schemas.microsoft.com/office/drawing/2014/main" id="{F1693B94-07E5-638F-52DB-3F8E8D06EF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flipV="1">
            <a:off x="0" y="0"/>
            <a:ext cx="12192000" cy="6858000"/>
          </a:xfrm>
          <a:prstGeom prst="rect">
            <a:avLst/>
          </a:prstGeom>
        </p:spPr>
      </p:pic>
      <p:sp>
        <p:nvSpPr>
          <p:cNvPr id="9" name="Title 1">
            <a:extLst>
              <a:ext uri="{FF2B5EF4-FFF2-40B4-BE49-F238E27FC236}">
                <a16:creationId xmlns:a16="http://schemas.microsoft.com/office/drawing/2014/main" id="{83C00096-4D67-EB4A-EF93-D6958D6696FD}"/>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10" name="Content Placeholder 7">
            <a:extLst>
              <a:ext uri="{FF2B5EF4-FFF2-40B4-BE49-F238E27FC236}">
                <a16:creationId xmlns:a16="http://schemas.microsoft.com/office/drawing/2014/main" id="{31C17B51-C5D8-9FDA-8C32-6379D51D8EE1}"/>
              </a:ext>
            </a:extLst>
          </p:cNvPr>
          <p:cNvSpPr>
            <a:spLocks noGrp="1"/>
          </p:cNvSpPr>
          <p:nvPr>
            <p:ph sz="quarter" idx="14" hasCustomPrompt="1"/>
          </p:nvPr>
        </p:nvSpPr>
        <p:spPr>
          <a:xfrm>
            <a:off x="609600" y="1033272"/>
            <a:ext cx="10972800" cy="4782312"/>
          </a:xfrm>
        </p:spPr>
        <p:txBody>
          <a:bodyPr anchor="ctr">
            <a:noAutofit/>
          </a:bodyPr>
          <a:lstStyle>
            <a:lvl1pPr marL="0" indent="0">
              <a:lnSpc>
                <a:spcPct val="90000"/>
              </a:lnSpc>
              <a:buNone/>
              <a:defRPr sz="6400" b="0">
                <a:solidFill>
                  <a:schemeClr val="tx1"/>
                </a:solidFill>
              </a:defRPr>
            </a:lvl1pPr>
            <a:lvl2pPr marL="228600" indent="0">
              <a:lnSpc>
                <a:spcPct val="90000"/>
              </a:lnSpc>
              <a:buNone/>
              <a:defRPr sz="6400" b="0">
                <a:solidFill>
                  <a:schemeClr val="tx1"/>
                </a:solidFill>
              </a:defRPr>
            </a:lvl2pPr>
            <a:lvl3pPr marL="457200" indent="0">
              <a:lnSpc>
                <a:spcPct val="90000"/>
              </a:lnSpc>
              <a:buNone/>
              <a:defRPr sz="6400" b="0">
                <a:solidFill>
                  <a:schemeClr val="tx1"/>
                </a:solidFill>
              </a:defRPr>
            </a:lvl3pPr>
            <a:lvl4pPr marL="685800" indent="0">
              <a:lnSpc>
                <a:spcPct val="90000"/>
              </a:lnSpc>
              <a:buNone/>
              <a:defRPr sz="6400" b="0">
                <a:solidFill>
                  <a:schemeClr val="tx1"/>
                </a:solidFill>
              </a:defRPr>
            </a:lvl4pPr>
            <a:lvl5pPr marL="914400" indent="0">
              <a:lnSpc>
                <a:spcPct val="90000"/>
              </a:lnSpc>
              <a:buNone/>
              <a:defRPr sz="64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0">
            <a:extLst>
              <a:ext uri="{FF2B5EF4-FFF2-40B4-BE49-F238E27FC236}">
                <a16:creationId xmlns:a16="http://schemas.microsoft.com/office/drawing/2014/main" id="{AA8A51AA-D903-8E6D-7A27-9C5C903CA8CD}"/>
              </a:ext>
            </a:extLst>
          </p:cNvPr>
          <p:cNvSpPr>
            <a:spLocks noGrp="1"/>
          </p:cNvSpPr>
          <p:nvPr>
            <p:ph type="ftr" sz="quarter" idx="11"/>
          </p:nvPr>
        </p:nvSpPr>
        <p:spPr>
          <a:xfrm>
            <a:off x="6280176" y="6310660"/>
            <a:ext cx="3200400" cy="365125"/>
          </a:xfrm>
        </p:spPr>
        <p:txBody>
          <a:bodyPr/>
          <a:lstStyle>
            <a:lvl1pPr>
              <a:defRPr>
                <a:solidFill>
                  <a:schemeClr val="tx1"/>
                </a:solidFill>
              </a:defRPr>
            </a:lvl1pPr>
          </a:lstStyle>
          <a:p>
            <a:r>
              <a:rPr lang="en-US"/>
              <a:t>Sample Footer Text</a:t>
            </a:r>
          </a:p>
        </p:txBody>
      </p:sp>
      <p:sp>
        <p:nvSpPr>
          <p:cNvPr id="11" name="Date Placeholder 5">
            <a:extLst>
              <a:ext uri="{FF2B5EF4-FFF2-40B4-BE49-F238E27FC236}">
                <a16:creationId xmlns:a16="http://schemas.microsoft.com/office/drawing/2014/main" id="{0E4B77C0-0757-7A67-1229-339B6B028EE8}"/>
              </a:ext>
            </a:extLst>
          </p:cNvPr>
          <p:cNvSpPr>
            <a:spLocks noGrp="1"/>
          </p:cNvSpPr>
          <p:nvPr>
            <p:ph type="dt" sz="half" idx="10"/>
          </p:nvPr>
        </p:nvSpPr>
        <p:spPr>
          <a:xfrm>
            <a:off x="9531099" y="6310660"/>
            <a:ext cx="1800171" cy="365125"/>
          </a:xfrm>
        </p:spPr>
        <p:txBody>
          <a:bodyPr/>
          <a:lstStyle>
            <a:lvl1pPr>
              <a:defRPr>
                <a:solidFill>
                  <a:schemeClr val="tx1"/>
                </a:solidFill>
              </a:defRPr>
            </a:lvl1pPr>
          </a:lstStyle>
          <a:p>
            <a:fld id="{BE0F28E2-1197-1343-806E-BC1F6DA16A33}" type="datetime1">
              <a:rPr lang="en-US" smtClean="0"/>
              <a:t>12/12/2025</a:t>
            </a:fld>
            <a:endParaRPr lang="en-US"/>
          </a:p>
        </p:txBody>
      </p:sp>
      <p:sp>
        <p:nvSpPr>
          <p:cNvPr id="13" name="Slide Number Placeholder 11">
            <a:extLst>
              <a:ext uri="{FF2B5EF4-FFF2-40B4-BE49-F238E27FC236}">
                <a16:creationId xmlns:a16="http://schemas.microsoft.com/office/drawing/2014/main" id="{CE7C30F9-ABE8-80D2-2ACF-54336CEF09A9}"/>
              </a:ext>
            </a:extLst>
          </p:cNvPr>
          <p:cNvSpPr>
            <a:spLocks noGrp="1"/>
          </p:cNvSpPr>
          <p:nvPr>
            <p:ph type="sldNum" sz="quarter" idx="12"/>
          </p:nvPr>
        </p:nvSpPr>
        <p:spPr>
          <a:xfrm>
            <a:off x="11381793" y="6310660"/>
            <a:ext cx="429207"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850818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1"/>
      </p:bgRef>
    </p:bg>
    <p:spTree>
      <p:nvGrpSpPr>
        <p:cNvPr id="1" name=""/>
        <p:cNvGrpSpPr/>
        <p:nvPr/>
      </p:nvGrpSpPr>
      <p:grpSpPr>
        <a:xfrm>
          <a:off x="0" y="0"/>
          <a:ext cx="0" cy="0"/>
          <a:chOff x="0" y="0"/>
          <a:chExt cx="0" cy="0"/>
        </a:xfrm>
      </p:grpSpPr>
      <p:pic>
        <p:nvPicPr>
          <p:cNvPr id="15" name="Picture 14" descr="A close up of a pink and blue background&#10;&#10;AI-generated content may be incorrect.">
            <a:extLst>
              <a:ext uri="{FF2B5EF4-FFF2-40B4-BE49-F238E27FC236}">
                <a16:creationId xmlns:a16="http://schemas.microsoft.com/office/drawing/2014/main" id="{A952B0CF-23BF-A911-17B4-65E745DA69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1000" y="685800"/>
            <a:ext cx="9372600" cy="5486400"/>
          </a:xfrm>
        </p:spPr>
        <p:txBody>
          <a:bodyPr vert="horz" lIns="91440" tIns="45720" rIns="91440" bIns="45720" rtlCol="0" anchor="ctr">
            <a:normAutofit/>
          </a:bodyPr>
          <a:lstStyle>
            <a:lvl1pPr marL="0" indent="0">
              <a:lnSpc>
                <a:spcPct val="90000"/>
              </a:lnSpc>
              <a:buNone/>
              <a:defRPr lang="en-US" sz="6600" b="0" dirty="0">
                <a:solidFill>
                  <a:schemeClr val="tx1"/>
                </a:solidFill>
              </a:defRPr>
            </a:lvl1pPr>
            <a:lvl2pPr marL="228600" indent="0">
              <a:lnSpc>
                <a:spcPct val="90000"/>
              </a:lnSpc>
              <a:buNone/>
              <a:defRPr lang="en-US" sz="6600" b="0" dirty="0">
                <a:solidFill>
                  <a:schemeClr val="tx1"/>
                </a:solidFill>
              </a:defRPr>
            </a:lvl2pPr>
            <a:lvl3pPr marL="457200" indent="0">
              <a:lnSpc>
                <a:spcPct val="90000"/>
              </a:lnSpc>
              <a:buNone/>
              <a:defRPr lang="en-US" sz="6600" b="0" dirty="0">
                <a:solidFill>
                  <a:schemeClr val="tx1"/>
                </a:solidFill>
              </a:defRPr>
            </a:lvl3pPr>
            <a:lvl4pPr marL="685800" indent="0">
              <a:lnSpc>
                <a:spcPct val="90000"/>
              </a:lnSpc>
              <a:buNone/>
              <a:defRPr lang="en-US" sz="6600" b="0" dirty="0">
                <a:solidFill>
                  <a:schemeClr val="tx1"/>
                </a:solidFill>
              </a:defRPr>
            </a:lvl4pPr>
            <a:lvl5pPr marL="914400" indent="0">
              <a:lnSpc>
                <a:spcPct val="90000"/>
              </a:lnSpc>
              <a:buNone/>
              <a:defRPr lang="en-US" sz="6600" b="0" dirty="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503F50B-48B9-3C55-0C29-C87157D9F962}"/>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8" name="Date Placeholder 7">
            <a:extLst>
              <a:ext uri="{FF2B5EF4-FFF2-40B4-BE49-F238E27FC236}">
                <a16:creationId xmlns:a16="http://schemas.microsoft.com/office/drawing/2014/main" id="{ED5A1179-499E-2F89-CD63-EB8B1F4CAFB3}"/>
              </a:ext>
            </a:extLst>
          </p:cNvPr>
          <p:cNvSpPr>
            <a:spLocks noGrp="1"/>
          </p:cNvSpPr>
          <p:nvPr>
            <p:ph type="dt" sz="half" idx="14"/>
          </p:nvPr>
        </p:nvSpPr>
        <p:spPr/>
        <p:txBody>
          <a:bodyPr/>
          <a:lstStyle>
            <a:lvl1pPr>
              <a:defRPr>
                <a:solidFill>
                  <a:schemeClr val="tx1"/>
                </a:solidFill>
              </a:defRPr>
            </a:lvl1pPr>
          </a:lstStyle>
          <a:p>
            <a:fld id="{526E19FE-7254-FB46-9FD2-44BC5921542B}" type="datetime1">
              <a:rPr lang="en-US" smtClean="0"/>
              <a:pPr/>
              <a:t>12/12/2025</a:t>
            </a:fld>
            <a:endParaRPr lang="en-US"/>
          </a:p>
        </p:txBody>
      </p:sp>
      <p:sp>
        <p:nvSpPr>
          <p:cNvPr id="10" name="Slide Number Placeholder 9">
            <a:extLst>
              <a:ext uri="{FF2B5EF4-FFF2-40B4-BE49-F238E27FC236}">
                <a16:creationId xmlns:a16="http://schemas.microsoft.com/office/drawing/2014/main" id="{6C338948-5206-2009-502E-8521B0EB319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6059631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10" name="Picture 9" descr="A blurry image of a blue and pink gradient&#10;&#10;AI-generated content may be incorrect.">
            <a:extLst>
              <a:ext uri="{FF2B5EF4-FFF2-40B4-BE49-F238E27FC236}">
                <a16:creationId xmlns:a16="http://schemas.microsoft.com/office/drawing/2014/main" id="{18F0C9B0-AF1D-9CFD-7855-74E7CE9B3A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74D1B34B-D7BF-2028-43E6-ED370A44C4A4}"/>
              </a:ext>
            </a:extLst>
          </p:cNvPr>
          <p:cNvSpPr>
            <a:spLocks noGrp="1"/>
          </p:cNvSpPr>
          <p:nvPr>
            <p:ph type="title" hasCustomPrompt="1"/>
          </p:nvPr>
        </p:nvSpPr>
        <p:spPr>
          <a:xfrm>
            <a:off x="1066800" y="4844735"/>
            <a:ext cx="5029200" cy="908365"/>
          </a:xfrm>
        </p:spPr>
        <p:txBody>
          <a:bodyP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1F645DC6-13F2-2059-DFE2-83FA308EE884}"/>
              </a:ext>
            </a:extLst>
          </p:cNvPr>
          <p:cNvSpPr>
            <a:spLocks noGrp="1"/>
          </p:cNvSpPr>
          <p:nvPr>
            <p:ph sz="quarter" idx="13" hasCustomPrompt="1"/>
          </p:nvPr>
        </p:nvSpPr>
        <p:spPr>
          <a:xfrm>
            <a:off x="1066800" y="1600200"/>
            <a:ext cx="96012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
        <p:nvSpPr>
          <p:cNvPr id="6" name="Footer Placeholder 5">
            <a:extLst>
              <a:ext uri="{FF2B5EF4-FFF2-40B4-BE49-F238E27FC236}">
                <a16:creationId xmlns:a16="http://schemas.microsoft.com/office/drawing/2014/main" id="{E3D509C4-DABE-4B7F-40EF-4DA2C790862E}"/>
              </a:ext>
            </a:extLst>
          </p:cNvPr>
          <p:cNvSpPr>
            <a:spLocks noGrp="1"/>
          </p:cNvSpPr>
          <p:nvPr>
            <p:ph type="ftr" sz="quarter" idx="15"/>
          </p:nvPr>
        </p:nvSpPr>
        <p:spPr/>
        <p:txBody>
          <a:bodyPr/>
          <a:lstStyle/>
          <a:p>
            <a:r>
              <a:rPr lang="en-US" dirty="0"/>
              <a:t>Sample Footer Text</a:t>
            </a:r>
          </a:p>
        </p:txBody>
      </p:sp>
      <p:sp>
        <p:nvSpPr>
          <p:cNvPr id="3" name="Date Placeholder 2">
            <a:extLst>
              <a:ext uri="{FF2B5EF4-FFF2-40B4-BE49-F238E27FC236}">
                <a16:creationId xmlns:a16="http://schemas.microsoft.com/office/drawing/2014/main" id="{B7F29BF7-2AD1-B9DE-EEC6-83A22292A1C6}"/>
              </a:ext>
            </a:extLst>
          </p:cNvPr>
          <p:cNvSpPr>
            <a:spLocks noGrp="1"/>
          </p:cNvSpPr>
          <p:nvPr>
            <p:ph type="dt" sz="half" idx="14"/>
          </p:nvPr>
        </p:nvSpPr>
        <p:spPr/>
        <p:txBody>
          <a:bodyPr/>
          <a:lstStyle/>
          <a:p>
            <a:fld id="{2138E274-D707-074B-90C0-1378B345261A}" type="datetime1">
              <a:rPr lang="en-US" smtClean="0"/>
              <a:t>12/12/2025</a:t>
            </a:fld>
            <a:endParaRPr lang="en-US"/>
          </a:p>
        </p:txBody>
      </p:sp>
      <p:sp>
        <p:nvSpPr>
          <p:cNvPr id="7" name="Slide Number Placeholder 6">
            <a:extLst>
              <a:ext uri="{FF2B5EF4-FFF2-40B4-BE49-F238E27FC236}">
                <a16:creationId xmlns:a16="http://schemas.microsoft.com/office/drawing/2014/main" id="{7A93B82C-1E23-A361-E81B-EC0F4E0B205F}"/>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65654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1"/>
        </a:solidFill>
        <a:effectLst/>
      </p:bgPr>
    </p:bg>
    <p:spTree>
      <p:nvGrpSpPr>
        <p:cNvPr id="1" name=""/>
        <p:cNvGrpSpPr/>
        <p:nvPr/>
      </p:nvGrpSpPr>
      <p:grpSpPr>
        <a:xfrm>
          <a:off x="0" y="0"/>
          <a:ext cx="0" cy="0"/>
          <a:chOff x="0" y="0"/>
          <a:chExt cx="0" cy="0"/>
        </a:xfrm>
      </p:grpSpPr>
      <p:pic>
        <p:nvPicPr>
          <p:cNvPr id="9" name="Picture 8" descr="A close up of a purple and pink background&#10;&#10;AI-generated content may be incorrect.">
            <a:extLst>
              <a:ext uri="{FF2B5EF4-FFF2-40B4-BE49-F238E27FC236}">
                <a16:creationId xmlns:a16="http://schemas.microsoft.com/office/drawing/2014/main" id="{09A46DC2-ADBE-3172-A0EF-A2567FA9E8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Graphic 7">
            <a:extLst>
              <a:ext uri="{FF2B5EF4-FFF2-40B4-BE49-F238E27FC236}">
                <a16:creationId xmlns:a16="http://schemas.microsoft.com/office/drawing/2014/main" id="{66A2100B-5C8E-46D9-F837-A55BB181D002}"/>
              </a:ext>
            </a:extLst>
          </p:cNvPr>
          <p:cNvSpPr/>
          <p:nvPr/>
        </p:nvSpPr>
        <p:spPr>
          <a:xfrm>
            <a:off x="2702" y="0"/>
            <a:ext cx="12185680" cy="6858000"/>
          </a:xfrm>
          <a:custGeom>
            <a:avLst/>
            <a:gdLst>
              <a:gd name="connsiteX0" fmla="*/ 12185680 w 12185680"/>
              <a:gd name="connsiteY0" fmla="*/ 6858000 h 6858000"/>
              <a:gd name="connsiteX1" fmla="*/ 0 w 12185680"/>
              <a:gd name="connsiteY1" fmla="*/ 6858000 h 6858000"/>
              <a:gd name="connsiteX2" fmla="*/ 0 w 12185680"/>
              <a:gd name="connsiteY2" fmla="*/ 0 h 6858000"/>
              <a:gd name="connsiteX3" fmla="*/ 12185680 w 12185680"/>
              <a:gd name="connsiteY3" fmla="*/ 0 h 6858000"/>
              <a:gd name="connsiteX4" fmla="*/ 12185680 w 12185680"/>
              <a:gd name="connsiteY4" fmla="*/ 6858000 h 6858000"/>
              <a:gd name="connsiteX5" fmla="*/ 1415314 w 12185680"/>
              <a:gd name="connsiteY5" fmla="*/ 152400 h 6858000"/>
              <a:gd name="connsiteX6" fmla="*/ 1066246 w 12185680"/>
              <a:gd name="connsiteY6" fmla="*/ 501650 h 6858000"/>
              <a:gd name="connsiteX7" fmla="*/ 1066246 w 12185680"/>
              <a:gd name="connsiteY7" fmla="*/ 1716595 h 6858000"/>
              <a:gd name="connsiteX8" fmla="*/ 717178 w 12185680"/>
              <a:gd name="connsiteY8" fmla="*/ 2065845 h 6858000"/>
              <a:gd name="connsiteX9" fmla="*/ 501389 w 12185680"/>
              <a:gd name="connsiteY9" fmla="*/ 2065845 h 6858000"/>
              <a:gd name="connsiteX10" fmla="*/ 152321 w 12185680"/>
              <a:gd name="connsiteY10" fmla="*/ 2415096 h 6858000"/>
              <a:gd name="connsiteX11" fmla="*/ 152321 w 12185680"/>
              <a:gd name="connsiteY11" fmla="*/ 6356350 h 6858000"/>
              <a:gd name="connsiteX12" fmla="*/ 501389 w 12185680"/>
              <a:gd name="connsiteY12" fmla="*/ 6705600 h 6858000"/>
              <a:gd name="connsiteX13" fmla="*/ 6657710 w 12185680"/>
              <a:gd name="connsiteY13" fmla="*/ 6705600 h 6858000"/>
              <a:gd name="connsiteX14" fmla="*/ 7006778 w 12185680"/>
              <a:gd name="connsiteY14" fmla="*/ 6356350 h 6858000"/>
              <a:gd name="connsiteX15" fmla="*/ 7006778 w 12185680"/>
              <a:gd name="connsiteY15" fmla="*/ 5615496 h 6858000"/>
              <a:gd name="connsiteX16" fmla="*/ 7355846 w 12185680"/>
              <a:gd name="connsiteY16" fmla="*/ 5266246 h 6858000"/>
              <a:gd name="connsiteX17" fmla="*/ 11684292 w 12185680"/>
              <a:gd name="connsiteY17" fmla="*/ 5266246 h 6858000"/>
              <a:gd name="connsiteX18" fmla="*/ 12033360 w 12185680"/>
              <a:gd name="connsiteY18" fmla="*/ 4916996 h 6858000"/>
              <a:gd name="connsiteX19" fmla="*/ 12033360 w 12185680"/>
              <a:gd name="connsiteY19" fmla="*/ 1043496 h 6858000"/>
              <a:gd name="connsiteX20" fmla="*/ 11684292 w 12185680"/>
              <a:gd name="connsiteY20" fmla="*/ 694246 h 6858000"/>
              <a:gd name="connsiteX21" fmla="*/ 10476261 w 12185680"/>
              <a:gd name="connsiteY21" fmla="*/ 694246 h 6858000"/>
              <a:gd name="connsiteX22" fmla="*/ 10205575 w 12185680"/>
              <a:gd name="connsiteY22" fmla="*/ 430318 h 6858000"/>
              <a:gd name="connsiteX23" fmla="*/ 10205385 w 12185680"/>
              <a:gd name="connsiteY23" fmla="*/ 416328 h 6858000"/>
              <a:gd name="connsiteX24" fmla="*/ 9934698 w 12185680"/>
              <a:gd name="connsiteY24" fmla="*/ 152400 h 6858000"/>
              <a:gd name="connsiteX25" fmla="*/ 1415314 w 12185680"/>
              <a:gd name="connsiteY25" fmla="*/ 1524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85680" h="6858000">
                <a:moveTo>
                  <a:pt x="12185680" y="6858000"/>
                </a:moveTo>
                <a:lnTo>
                  <a:pt x="0" y="6858000"/>
                </a:lnTo>
                <a:lnTo>
                  <a:pt x="0" y="0"/>
                </a:lnTo>
                <a:lnTo>
                  <a:pt x="12185680" y="0"/>
                </a:lnTo>
                <a:lnTo>
                  <a:pt x="12185680" y="6858000"/>
                </a:lnTo>
                <a:close/>
                <a:moveTo>
                  <a:pt x="1415314" y="152400"/>
                </a:moveTo>
                <a:cubicBezTo>
                  <a:pt x="1222527" y="152400"/>
                  <a:pt x="1066246" y="308764"/>
                  <a:pt x="1066246" y="501650"/>
                </a:cubicBezTo>
                <a:lnTo>
                  <a:pt x="1066246" y="1716595"/>
                </a:lnTo>
                <a:cubicBezTo>
                  <a:pt x="1066246" y="1909483"/>
                  <a:pt x="909959" y="2065845"/>
                  <a:pt x="717178" y="2065845"/>
                </a:cubicBezTo>
                <a:lnTo>
                  <a:pt x="501389" y="2065845"/>
                </a:lnTo>
                <a:cubicBezTo>
                  <a:pt x="308604" y="2065845"/>
                  <a:pt x="152321" y="2222208"/>
                  <a:pt x="152321" y="2415096"/>
                </a:cubicBezTo>
                <a:lnTo>
                  <a:pt x="152321" y="6356350"/>
                </a:lnTo>
                <a:cubicBezTo>
                  <a:pt x="152321" y="6549263"/>
                  <a:pt x="308604" y="6705600"/>
                  <a:pt x="501389" y="6705600"/>
                </a:cubicBezTo>
                <a:lnTo>
                  <a:pt x="6657710" y="6705600"/>
                </a:lnTo>
                <a:cubicBezTo>
                  <a:pt x="6850459" y="6705600"/>
                  <a:pt x="7006778" y="6549263"/>
                  <a:pt x="7006778" y="6356350"/>
                </a:cubicBezTo>
                <a:lnTo>
                  <a:pt x="7006778" y="5615496"/>
                </a:lnTo>
                <a:cubicBezTo>
                  <a:pt x="7006778" y="5422608"/>
                  <a:pt x="7163034" y="5266246"/>
                  <a:pt x="7355846" y="5266246"/>
                </a:cubicBezTo>
                <a:lnTo>
                  <a:pt x="11684292" y="5266246"/>
                </a:lnTo>
                <a:cubicBezTo>
                  <a:pt x="11877041" y="5266246"/>
                  <a:pt x="12033360" y="5109883"/>
                  <a:pt x="12033360" y="4916996"/>
                </a:cubicBezTo>
                <a:lnTo>
                  <a:pt x="12033360" y="1043496"/>
                </a:lnTo>
                <a:cubicBezTo>
                  <a:pt x="12033360" y="850608"/>
                  <a:pt x="11877041" y="694246"/>
                  <a:pt x="11684292" y="694246"/>
                </a:cubicBezTo>
                <a:lnTo>
                  <a:pt x="10476261" y="694246"/>
                </a:lnTo>
                <a:cubicBezTo>
                  <a:pt x="10329082" y="694246"/>
                  <a:pt x="10209256" y="576712"/>
                  <a:pt x="10205575" y="430318"/>
                </a:cubicBezTo>
                <a:lnTo>
                  <a:pt x="10205385" y="416328"/>
                </a:lnTo>
                <a:cubicBezTo>
                  <a:pt x="10201703" y="269934"/>
                  <a:pt x="10081941" y="152400"/>
                  <a:pt x="9934698" y="152400"/>
                </a:cubicBezTo>
                <a:lnTo>
                  <a:pt x="1415314" y="152400"/>
                </a:lnTo>
                <a:close/>
              </a:path>
            </a:pathLst>
          </a:custGeom>
          <a:solidFill>
            <a:schemeClr val="bg1"/>
          </a:solidFill>
          <a:ln w="6347" cap="flat">
            <a:noFill/>
            <a:prstDash val="solid"/>
            <a:miter/>
          </a:ln>
        </p:spPr>
        <p:txBody>
          <a:bodyPr rtlCol="0" anchor="ctr"/>
          <a:lstStyle/>
          <a:p>
            <a:endParaRPr lang="en-US"/>
          </a:p>
        </p:txBody>
      </p:sp>
      <p:sp>
        <p:nvSpPr>
          <p:cNvPr id="3" name="Title 2">
            <a:extLst>
              <a:ext uri="{FF2B5EF4-FFF2-40B4-BE49-F238E27FC236}">
                <a16:creationId xmlns:a16="http://schemas.microsoft.com/office/drawing/2014/main" id="{19A82F1C-EC6C-9A58-5333-DAA0CCC0D9E7}"/>
              </a:ext>
            </a:extLst>
          </p:cNvPr>
          <p:cNvSpPr>
            <a:spLocks noGrp="1"/>
          </p:cNvSpPr>
          <p:nvPr>
            <p:ph type="title" hasCustomPrompt="1"/>
          </p:nvPr>
        </p:nvSpPr>
        <p:spPr>
          <a:xfrm>
            <a:off x="7467600" y="5410201"/>
            <a:ext cx="4343400" cy="1295400"/>
          </a:xfrm>
        </p:spPr>
        <p:txBody>
          <a:bodyPr anchor="ctr">
            <a:normAutofit/>
          </a:bodyPr>
          <a:lstStyle>
            <a:lvl1pPr>
              <a:lnSpc>
                <a:spcPct val="120000"/>
              </a:lnSpc>
              <a:defRPr sz="2000" cap="all" baseline="0">
                <a:latin typeface="+mn-lt"/>
              </a:defRPr>
            </a:lvl1pPr>
          </a:lstStyle>
          <a:p>
            <a:r>
              <a:rPr lang="en-US" dirty="0"/>
              <a:t>Quote Author</a:t>
            </a:r>
          </a:p>
        </p:txBody>
      </p:sp>
      <p:sp>
        <p:nvSpPr>
          <p:cNvPr id="5" name="Content Placeholder 6">
            <a:extLst>
              <a:ext uri="{FF2B5EF4-FFF2-40B4-BE49-F238E27FC236}">
                <a16:creationId xmlns:a16="http://schemas.microsoft.com/office/drawing/2014/main" id="{7370BB19-9C3E-4752-84BE-FE86850C4FE1}"/>
              </a:ext>
            </a:extLst>
          </p:cNvPr>
          <p:cNvSpPr>
            <a:spLocks noGrp="1"/>
          </p:cNvSpPr>
          <p:nvPr>
            <p:ph sz="quarter" idx="13" hasCustomPrompt="1"/>
          </p:nvPr>
        </p:nvSpPr>
        <p:spPr>
          <a:xfrm>
            <a:off x="1524000" y="1600200"/>
            <a:ext cx="9144000" cy="3200400"/>
          </a:xfrm>
        </p:spPr>
        <p:txBody>
          <a:bodyPr anchor="ctr">
            <a:normAutofit/>
          </a:bodyPr>
          <a:lstStyle>
            <a:lvl1pPr marL="164592" indent="-164592">
              <a:lnSpc>
                <a:spcPct val="100000"/>
              </a:lnSpc>
              <a:spcBef>
                <a:spcPts val="0"/>
              </a:spcBef>
              <a:buNone/>
              <a:defRPr sz="5400" b="0" i="0">
                <a:solidFill>
                  <a:schemeClr val="tx1"/>
                </a:solidFill>
                <a:latin typeface="+mj-lt"/>
                <a:cs typeface="Biome" panose="020B0503030204020804" pitchFamily="34" charset="0"/>
              </a:defRPr>
            </a:lvl1pPr>
          </a:lstStyle>
          <a:p>
            <a:pPr lvl="0"/>
            <a:r>
              <a:rPr lang="en-US" dirty="0"/>
              <a:t>Click to add Quote</a:t>
            </a:r>
          </a:p>
        </p:txBody>
      </p:sp>
    </p:spTree>
    <p:extLst>
      <p:ext uri="{BB962C8B-B14F-4D97-AF65-F5344CB8AC3E}">
        <p14:creationId xmlns:p14="http://schemas.microsoft.com/office/powerpoint/2010/main" val="990762973"/>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11" name="Picture 10" descr="A close up of a bubble&#10;&#10;AI-generated content may be incorrect.">
            <a:extLst>
              <a:ext uri="{FF2B5EF4-FFF2-40B4-BE49-F238E27FC236}">
                <a16:creationId xmlns:a16="http://schemas.microsoft.com/office/drawing/2014/main" id="{084ED489-7A1D-A5F2-BA2C-402A4A6E313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FB40D68-689C-C890-D6D8-567972DF034F}"/>
              </a:ext>
            </a:extLst>
          </p:cNvPr>
          <p:cNvSpPr>
            <a:spLocks noGrp="1"/>
          </p:cNvSpPr>
          <p:nvPr>
            <p:ph type="title" hasCustomPrompt="1"/>
          </p:nvPr>
        </p:nvSpPr>
        <p:spPr>
          <a:xfrm>
            <a:off x="414130" y="4876800"/>
            <a:ext cx="5936974" cy="1330779"/>
          </a:xfrm>
        </p:spPr>
        <p:txBody>
          <a:bodyPr>
            <a:normAutofit/>
          </a:bodyPr>
          <a:lstStyle>
            <a:lvl1pPr>
              <a:lnSpc>
                <a:spcPct val="120000"/>
              </a:lnSpc>
              <a:defRPr sz="2000"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381000" y="1600200"/>
            <a:ext cx="10972800" cy="3159580"/>
          </a:xfrm>
        </p:spPr>
        <p:txBody>
          <a:bodyPr anchor="ctr">
            <a:normAutofit/>
          </a:bodyPr>
          <a:lstStyle>
            <a:lvl1pPr marL="164592" indent="-164592">
              <a:lnSpc>
                <a:spcPct val="100000"/>
              </a:lnSpc>
              <a:spcBef>
                <a:spcPts val="0"/>
              </a:spcBef>
              <a:buNone/>
              <a:defRPr sz="6000" b="0" i="0">
                <a:solidFill>
                  <a:schemeClr val="tx1"/>
                </a:solidFill>
                <a:latin typeface="+mj-lt"/>
                <a:cs typeface="Biome" panose="020B05030302040208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3742436F-3E48-5C39-5A18-376A304D141A}"/>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53C6C-2B4F-F6AA-0CF7-A9ADD74C2441}"/>
              </a:ext>
            </a:extLst>
          </p:cNvPr>
          <p:cNvSpPr>
            <a:spLocks noGrp="1"/>
          </p:cNvSpPr>
          <p:nvPr>
            <p:ph type="dt" sz="half" idx="14"/>
          </p:nvPr>
        </p:nvSpPr>
        <p:spPr/>
        <p:txBody>
          <a:bodyPr/>
          <a:lstStyle>
            <a:lvl1pPr>
              <a:defRPr>
                <a:solidFill>
                  <a:schemeClr val="tx1"/>
                </a:solidFill>
              </a:defRPr>
            </a:lvl1pPr>
          </a:lstStyle>
          <a:p>
            <a:fld id="{88E87FA6-3C50-8748-8507-409D2A1BA905}" type="datetime1">
              <a:rPr lang="en-US" smtClean="0"/>
              <a:t>12/12/2025</a:t>
            </a:fld>
            <a:endParaRPr lang="en-US"/>
          </a:p>
        </p:txBody>
      </p:sp>
      <p:sp>
        <p:nvSpPr>
          <p:cNvPr id="5" name="Slide Number Placeholder 4">
            <a:extLst>
              <a:ext uri="{FF2B5EF4-FFF2-40B4-BE49-F238E27FC236}">
                <a16:creationId xmlns:a16="http://schemas.microsoft.com/office/drawing/2014/main" id="{8D6BEDF4-5C68-6DDB-E70C-F6B66866AE70}"/>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3985406"/>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pic>
        <p:nvPicPr>
          <p:cNvPr id="10" name="Picture 9" descr="A blue and pink background&#10;&#10;AI-generated content may be incorrect.">
            <a:extLst>
              <a:ext uri="{FF2B5EF4-FFF2-40B4-BE49-F238E27FC236}">
                <a16:creationId xmlns:a16="http://schemas.microsoft.com/office/drawing/2014/main" id="{83A779BB-AB0F-056F-6486-83143FD5A6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1" y="1600200"/>
            <a:ext cx="10744200" cy="1828800"/>
          </a:xfrm>
          <a:prstGeom prst="rect">
            <a:avLst/>
          </a:prstGeom>
        </p:spPr>
        <p:txBody>
          <a:bodyPr anchor="t">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80937" y="3429000"/>
            <a:ext cx="10747186" cy="2743200"/>
          </a:xfrm>
        </p:spPr>
        <p:txBody>
          <a:bodyPr/>
          <a:lstStyle>
            <a:lvl1pPr marL="0" indent="0">
              <a:buNone/>
              <a:defRPr sz="1600">
                <a:solidFill>
                  <a:schemeClr val="tx1"/>
                </a:solidFill>
              </a:defRPr>
            </a:lvl1pPr>
            <a:lvl2pPr marL="228600" indent="0">
              <a:buNone/>
              <a:defRPr sz="1600">
                <a:solidFill>
                  <a:schemeClr val="tx1"/>
                </a:solidFill>
              </a:defRPr>
            </a:lvl2pPr>
            <a:lvl3pPr marL="457200" indent="0">
              <a:buNone/>
              <a:defRPr sz="1600">
                <a:solidFill>
                  <a:schemeClr val="tx1"/>
                </a:solidFill>
              </a:defRPr>
            </a:lvl3pPr>
            <a:lvl4pPr marL="685800" indent="0">
              <a:buNone/>
              <a:defRPr sz="1600">
                <a:solidFill>
                  <a:schemeClr val="tx1"/>
                </a:solidFill>
              </a:defRPr>
            </a:lvl4pPr>
            <a:lvl5pPr marL="914400" indent="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9D98AA8-7753-5656-7CA8-417FCD629738}"/>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2E445596-CA02-23EA-82B9-B14918457C9D}"/>
              </a:ext>
            </a:extLst>
          </p:cNvPr>
          <p:cNvSpPr>
            <a:spLocks noGrp="1"/>
          </p:cNvSpPr>
          <p:nvPr>
            <p:ph type="dt" sz="half" idx="14"/>
          </p:nvPr>
        </p:nvSpPr>
        <p:spPr/>
        <p:txBody>
          <a:bodyPr/>
          <a:lstStyle>
            <a:lvl1pPr>
              <a:defRPr>
                <a:solidFill>
                  <a:schemeClr val="tx1"/>
                </a:solidFill>
              </a:defRPr>
            </a:lvl1pPr>
          </a:lstStyle>
          <a:p>
            <a:fld id="{09DD0BF5-CA27-A04C-967E-C46BC4852727}" type="datetime1">
              <a:rPr lang="en-US" smtClean="0"/>
              <a:pPr/>
              <a:t>12/12/2025</a:t>
            </a:fld>
            <a:endParaRPr lang="en-US"/>
          </a:p>
        </p:txBody>
      </p:sp>
      <p:sp>
        <p:nvSpPr>
          <p:cNvPr id="5" name="Slide Number Placeholder 4">
            <a:extLst>
              <a:ext uri="{FF2B5EF4-FFF2-40B4-BE49-F238E27FC236}">
                <a16:creationId xmlns:a16="http://schemas.microsoft.com/office/drawing/2014/main" id="{6513D4CD-5010-564F-B5B4-562B93697493}"/>
              </a:ext>
            </a:extLst>
          </p:cNvPr>
          <p:cNvSpPr>
            <a:spLocks noGrp="1"/>
          </p:cNvSpPr>
          <p:nvPr>
            <p:ph type="sldNum" sz="quarter" idx="16"/>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1044907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1663180"/>
            <a:ext cx="8226553" cy="1842020"/>
          </a:xfrm>
          <a:prstGeom prst="rect">
            <a:avLst/>
          </a:prstGeom>
        </p:spPr>
        <p:txBody>
          <a:bodyPr anchor="b">
            <a:noAutofit/>
          </a:bodyPr>
          <a:lstStyle>
            <a:lvl1pPr>
              <a:defRPr sz="72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81128" y="3657600"/>
            <a:ext cx="8226425" cy="1689620"/>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720FF9D-2FDC-479B-8067-BE09112767E3}"/>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F73513EE-DA6F-493D-D79A-DB63A6DE89A2}"/>
              </a:ext>
            </a:extLst>
          </p:cNvPr>
          <p:cNvSpPr>
            <a:spLocks noGrp="1"/>
          </p:cNvSpPr>
          <p:nvPr>
            <p:ph type="dt" sz="half" idx="15"/>
          </p:nvPr>
        </p:nvSpPr>
        <p:spPr/>
        <p:txBody>
          <a:bodyPr/>
          <a:lstStyle>
            <a:lvl1pPr>
              <a:defRPr>
                <a:solidFill>
                  <a:schemeClr val="tx1"/>
                </a:solidFill>
              </a:defRPr>
            </a:lvl1pPr>
          </a:lstStyle>
          <a:p>
            <a:fld id="{67464449-D5FC-7145-944F-5DCEC882B5C4}" type="datetime1">
              <a:rPr lang="en-US" smtClean="0"/>
              <a:pPr/>
              <a:t>12/12/2025</a:t>
            </a:fld>
            <a:endParaRPr lang="en-US"/>
          </a:p>
        </p:txBody>
      </p:sp>
      <p:sp>
        <p:nvSpPr>
          <p:cNvPr id="5" name="Slide Number Placeholder 4">
            <a:extLst>
              <a:ext uri="{FF2B5EF4-FFF2-40B4-BE49-F238E27FC236}">
                <a16:creationId xmlns:a16="http://schemas.microsoft.com/office/drawing/2014/main" id="{787F128B-EBE3-DEDC-3074-059B36D56FCE}"/>
              </a:ext>
            </a:extLst>
          </p:cNvPr>
          <p:cNvSpPr>
            <a:spLocks noGrp="1"/>
          </p:cNvSpPr>
          <p:nvPr>
            <p:ph type="sldNum" sz="quarter" idx="17"/>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5912705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ADE5D-9EBB-FD2B-6B9B-CB2C00AAE7C3}"/>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381000" y="1825625"/>
            <a:ext cx="5257800" cy="4340540"/>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53200" y="1825625"/>
            <a:ext cx="5257800" cy="4340540"/>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0529E1D-85A3-AFE0-0936-A45EA8FEC503}"/>
              </a:ext>
            </a:extLst>
          </p:cNvPr>
          <p:cNvSpPr>
            <a:spLocks noGrp="1"/>
          </p:cNvSpPr>
          <p:nvPr>
            <p:ph type="ftr" sz="quarter" idx="18"/>
          </p:nvPr>
        </p:nvSpPr>
        <p:spPr/>
        <p:txBody>
          <a:bodyPr/>
          <a:lstStyle/>
          <a:p>
            <a:r>
              <a:rPr lang="en-US"/>
              <a:t>Sample Footer Text</a:t>
            </a:r>
          </a:p>
        </p:txBody>
      </p:sp>
      <p:sp>
        <p:nvSpPr>
          <p:cNvPr id="3" name="Date Placeholder 2">
            <a:extLst>
              <a:ext uri="{FF2B5EF4-FFF2-40B4-BE49-F238E27FC236}">
                <a16:creationId xmlns:a16="http://schemas.microsoft.com/office/drawing/2014/main" id="{73D344AB-8B83-76F2-09B9-2D606269ECC5}"/>
              </a:ext>
            </a:extLst>
          </p:cNvPr>
          <p:cNvSpPr>
            <a:spLocks noGrp="1"/>
          </p:cNvSpPr>
          <p:nvPr>
            <p:ph type="dt" sz="half" idx="17"/>
          </p:nvPr>
        </p:nvSpPr>
        <p:spPr/>
        <p:txBody>
          <a:bodyPr/>
          <a:lstStyle/>
          <a:p>
            <a:fld id="{A4EF2610-7DF8-C942-A8A1-C05E61FE4E13}" type="datetime1">
              <a:rPr lang="en-US" smtClean="0"/>
              <a:t>12/12/2025</a:t>
            </a:fld>
            <a:endParaRPr lang="en-US"/>
          </a:p>
        </p:txBody>
      </p:sp>
      <p:sp>
        <p:nvSpPr>
          <p:cNvPr id="7" name="Slide Number Placeholder 6">
            <a:extLst>
              <a:ext uri="{FF2B5EF4-FFF2-40B4-BE49-F238E27FC236}">
                <a16:creationId xmlns:a16="http://schemas.microsoft.com/office/drawing/2014/main" id="{1BE82BE9-2D98-AA2B-044A-3F2246C64032}"/>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D6F4F-390B-6FF8-9E31-3FB02C46F3D5}"/>
              </a:ext>
            </a:extLst>
          </p:cNvPr>
          <p:cNvSpPr>
            <a:spLocks noGrp="1"/>
          </p:cNvSpPr>
          <p:nvPr>
            <p:ph type="title"/>
          </p:nvPr>
        </p:nvSpPr>
        <p:spPr>
          <a:xfrm>
            <a:off x="380999" y="691835"/>
            <a:ext cx="11423901" cy="90836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80999" y="1685735"/>
            <a:ext cx="5257801"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380999" y="2331103"/>
            <a:ext cx="5257801" cy="3835061"/>
          </a:xfrm>
        </p:spPr>
        <p:txBody>
          <a:bodyPr/>
          <a:lstStyle>
            <a:lvl1pPr>
              <a:defRPr b="0" i="0">
                <a:latin typeface="+mn-lt"/>
              </a:defRPr>
            </a:lvl1pPr>
            <a:lvl2pPr>
              <a:defRPr b="0" i="0">
                <a:latin typeface="+mn-lt"/>
              </a:defRPr>
            </a:lvl2pPr>
            <a:lvl3pPr>
              <a:defRPr b="0" i="0">
                <a:latin typeface="+mn-lt"/>
              </a:defRPr>
            </a:lvl3pPr>
            <a:lvl4pPr>
              <a:defRPr b="0" i="0">
                <a:latin typeface="+mn-lt"/>
              </a:defRPr>
            </a:lvl4pPr>
            <a:lvl5pPr>
              <a:defRPr b="0" i="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53202" y="1685735"/>
            <a:ext cx="5251698" cy="559834"/>
          </a:xfrm>
        </p:spPr>
        <p:txBody>
          <a:bodyPr anchor="ctr">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53202" y="2331103"/>
            <a:ext cx="5251698" cy="3835061"/>
          </a:xfrm>
        </p:spPr>
        <p:txBody>
          <a:bodyPr/>
          <a:lstStyle>
            <a:lvl1pPr>
              <a:defRPr b="0" i="0">
                <a:latin typeface="+mn-lt"/>
              </a:defRPr>
            </a:lvl1pPr>
            <a:lvl2pPr>
              <a:defRPr b="0">
                <a:latin typeface="+mn-lt"/>
              </a:defRPr>
            </a:lvl2pPr>
            <a:lvl3pPr>
              <a:defRPr b="0">
                <a:latin typeface="+mn-lt"/>
              </a:defRPr>
            </a:lvl3pPr>
            <a:lvl4pPr>
              <a:defRPr b="0">
                <a:latin typeface="+mn-lt"/>
              </a:defRPr>
            </a:lvl4pPr>
            <a:lvl5pPr>
              <a:defRPr b="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83F03A7F-FEC3-F367-DE4A-A57EE3DFBD55}"/>
              </a:ext>
            </a:extLst>
          </p:cNvPr>
          <p:cNvSpPr>
            <a:spLocks noGrp="1"/>
          </p:cNvSpPr>
          <p:nvPr>
            <p:ph type="ftr" sz="quarter" idx="18"/>
          </p:nvPr>
        </p:nvSpPr>
        <p:spPr/>
        <p:txBody>
          <a:bodyPr/>
          <a:lstStyle/>
          <a:p>
            <a:r>
              <a:rPr lang="en-US"/>
              <a:t>Sample Footer Text</a:t>
            </a:r>
          </a:p>
        </p:txBody>
      </p:sp>
      <p:sp>
        <p:nvSpPr>
          <p:cNvPr id="4" name="Date Placeholder 3">
            <a:extLst>
              <a:ext uri="{FF2B5EF4-FFF2-40B4-BE49-F238E27FC236}">
                <a16:creationId xmlns:a16="http://schemas.microsoft.com/office/drawing/2014/main" id="{0D19E03A-C423-F4E4-B5E7-420AAD9003B1}"/>
              </a:ext>
            </a:extLst>
          </p:cNvPr>
          <p:cNvSpPr>
            <a:spLocks noGrp="1"/>
          </p:cNvSpPr>
          <p:nvPr>
            <p:ph type="dt" sz="half" idx="17"/>
          </p:nvPr>
        </p:nvSpPr>
        <p:spPr/>
        <p:txBody>
          <a:bodyPr/>
          <a:lstStyle/>
          <a:p>
            <a:fld id="{E110005D-EEDD-DA40-A727-ED7897336E79}" type="datetime1">
              <a:rPr lang="en-US" smtClean="0"/>
              <a:t>12/12/2025</a:t>
            </a:fld>
            <a:endParaRPr lang="en-US"/>
          </a:p>
        </p:txBody>
      </p:sp>
      <p:sp>
        <p:nvSpPr>
          <p:cNvPr id="9" name="Slide Number Placeholder 8">
            <a:extLst>
              <a:ext uri="{FF2B5EF4-FFF2-40B4-BE49-F238E27FC236}">
                <a16:creationId xmlns:a16="http://schemas.microsoft.com/office/drawing/2014/main" id="{473C867C-7E64-405A-197E-407BA7C3D9D6}"/>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03A9018E-4D2C-5352-B5C2-2A1DC050B19F}"/>
              </a:ext>
            </a:extLst>
          </p:cNvPr>
          <p:cNvSpPr>
            <a:spLocks noGrp="1"/>
          </p:cNvSpPr>
          <p:nvPr>
            <p:ph type="title"/>
          </p:nvPr>
        </p:nvSpPr>
        <p:spPr>
          <a:xfrm>
            <a:off x="381000" y="691835"/>
            <a:ext cx="11430000" cy="908365"/>
          </a:xfrm>
          <a:prstGeom prst="rect">
            <a:avLst/>
          </a:prstGeom>
        </p:spPr>
        <p:txBody>
          <a:bodyPr vert="horz" lIns="91440" tIns="45720" rIns="91440" bIns="45720" rtlCol="0" anchor="t">
            <a:normAutofit/>
          </a:bodyPr>
          <a:lstStyle/>
          <a:p>
            <a:r>
              <a:rPr lang="en-US"/>
              <a:t>Click to edit Master title style</a:t>
            </a:r>
          </a:p>
        </p:txBody>
      </p:sp>
      <p:sp>
        <p:nvSpPr>
          <p:cNvPr id="3" name="Footer Placeholder 2">
            <a:extLst>
              <a:ext uri="{FF2B5EF4-FFF2-40B4-BE49-F238E27FC236}">
                <a16:creationId xmlns:a16="http://schemas.microsoft.com/office/drawing/2014/main" id="{B9A19522-5E48-ACCC-D97B-E414BD049245}"/>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A8C712FE-7A30-4576-5CDD-D89D4B42C08F}"/>
              </a:ext>
            </a:extLst>
          </p:cNvPr>
          <p:cNvSpPr>
            <a:spLocks noGrp="1"/>
          </p:cNvSpPr>
          <p:nvPr>
            <p:ph type="dt" sz="half" idx="10"/>
          </p:nvPr>
        </p:nvSpPr>
        <p:spPr/>
        <p:txBody>
          <a:bodyPr/>
          <a:lstStyle/>
          <a:p>
            <a:fld id="{917F45F0-C73C-6741-AD8D-EA52530DA377}" type="datetime1">
              <a:rPr lang="en-US" smtClean="0"/>
              <a:t>12/12/2025</a:t>
            </a:fld>
            <a:endParaRPr lang="en-US"/>
          </a:p>
        </p:txBody>
      </p:sp>
      <p:sp>
        <p:nvSpPr>
          <p:cNvPr id="6" name="Slide Number Placeholder 5">
            <a:extLst>
              <a:ext uri="{FF2B5EF4-FFF2-40B4-BE49-F238E27FC236}">
                <a16:creationId xmlns:a16="http://schemas.microsoft.com/office/drawing/2014/main" id="{9E1BD9D6-59C6-2EA3-9C8E-897EAAA32010}"/>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164CBE7-122C-372F-CA47-78DB47D4D2E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DA9B557C-A799-7ABC-34D9-85E81AF10CC1}"/>
              </a:ext>
            </a:extLst>
          </p:cNvPr>
          <p:cNvSpPr>
            <a:spLocks noGrp="1"/>
          </p:cNvSpPr>
          <p:nvPr>
            <p:ph type="dt" sz="half" idx="10"/>
          </p:nvPr>
        </p:nvSpPr>
        <p:spPr/>
        <p:txBody>
          <a:bodyPr/>
          <a:lstStyle/>
          <a:p>
            <a:fld id="{7E3784C8-F1F9-3A4E-8157-ADC6FC447930}" type="datetime1">
              <a:rPr lang="en-US" smtClean="0"/>
              <a:t>12/12/2025</a:t>
            </a:fld>
            <a:endParaRPr lang="en-US"/>
          </a:p>
        </p:txBody>
      </p:sp>
      <p:sp>
        <p:nvSpPr>
          <p:cNvPr id="4" name="Slide Number Placeholder 3">
            <a:extLst>
              <a:ext uri="{FF2B5EF4-FFF2-40B4-BE49-F238E27FC236}">
                <a16:creationId xmlns:a16="http://schemas.microsoft.com/office/drawing/2014/main" id="{40E2A6A8-952D-B9FE-5DB7-B5C9059B477B}"/>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C13AB9D-812B-280C-98D2-D0786B08D086}"/>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6" name="Text Placeholder 3">
            <a:extLst>
              <a:ext uri="{FF2B5EF4-FFF2-40B4-BE49-F238E27FC236}">
                <a16:creationId xmlns:a16="http://schemas.microsoft.com/office/drawing/2014/main" id="{1658B112-43AE-EA1E-F73B-B03C04A4EF17}"/>
              </a:ext>
            </a:extLst>
          </p:cNvPr>
          <p:cNvSpPr>
            <a:spLocks noGrp="1"/>
          </p:cNvSpPr>
          <p:nvPr>
            <p:ph type="body" sz="half" idx="2"/>
          </p:nvPr>
        </p:nvSpPr>
        <p:spPr>
          <a:xfrm>
            <a:off x="384048" y="2737561"/>
            <a:ext cx="3883152" cy="3434639"/>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629400" cy="5486400"/>
          </a:xfrm>
        </p:spPr>
        <p:txBody>
          <a:bodyPr vert="horz" lIns="91440" tIns="45720" rIns="91440" bIns="45720" rtlCol="0">
            <a:normAutofit/>
          </a:bodyPr>
          <a:lstStyle>
            <a:lvl1pPr>
              <a:defRPr lang="en-US" b="0" dirty="0"/>
            </a:lvl1pPr>
            <a:lvl2pPr>
              <a:defRPr lang="en-US" b="0" dirty="0"/>
            </a:lvl2pPr>
            <a:lvl3pPr>
              <a:defRPr lang="en-US" b="0" dirty="0"/>
            </a:lvl3pPr>
            <a:lvl4pPr>
              <a:defRPr lang="en-US" b="0" dirty="0"/>
            </a:lvl4pPr>
            <a:lvl5pPr>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F577F46-C146-AC84-ACAE-CECFBBCFB470}"/>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99F9C08C-EAB9-2A31-7E24-36E761F312A9}"/>
              </a:ext>
            </a:extLst>
          </p:cNvPr>
          <p:cNvSpPr>
            <a:spLocks noGrp="1"/>
          </p:cNvSpPr>
          <p:nvPr>
            <p:ph type="dt" sz="half" idx="10"/>
          </p:nvPr>
        </p:nvSpPr>
        <p:spPr/>
        <p:txBody>
          <a:bodyPr/>
          <a:lstStyle/>
          <a:p>
            <a:fld id="{2049B5C8-C320-CE42-B783-8C4DFC960665}" type="datetime1">
              <a:rPr lang="en-US" smtClean="0"/>
              <a:t>12/12/2025</a:t>
            </a:fld>
            <a:endParaRPr lang="en-US"/>
          </a:p>
        </p:txBody>
      </p:sp>
      <p:sp>
        <p:nvSpPr>
          <p:cNvPr id="7" name="Slide Number Placeholder 6">
            <a:extLst>
              <a:ext uri="{FF2B5EF4-FFF2-40B4-BE49-F238E27FC236}">
                <a16:creationId xmlns:a16="http://schemas.microsoft.com/office/drawing/2014/main" id="{9F0E3958-DD85-BB6B-F676-7404C105587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7658978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81000" y="685800"/>
            <a:ext cx="3886200" cy="1828800"/>
          </a:xfrm>
          <a:prstGeom prst="rect">
            <a:avLst/>
          </a:prstGeo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81000" y="2737562"/>
            <a:ext cx="3886200"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11">
            <a:extLst>
              <a:ext uri="{FF2B5EF4-FFF2-40B4-BE49-F238E27FC236}">
                <a16:creationId xmlns:a16="http://schemas.microsoft.com/office/drawing/2014/main" id="{AAC09ED5-B2A4-445A-3B8D-189668803730}"/>
              </a:ext>
            </a:extLst>
          </p:cNvPr>
          <p:cNvSpPr>
            <a:spLocks noGrp="1"/>
          </p:cNvSpPr>
          <p:nvPr>
            <p:ph type="pic" sz="quarter" idx="15" hasCustomPrompt="1"/>
          </p:nvPr>
        </p:nvSpPr>
        <p:spPr>
          <a:xfrm>
            <a:off x="5167745" y="153416"/>
            <a:ext cx="6858000" cy="6552184"/>
          </a:xfrm>
          <a:custGeom>
            <a:avLst/>
            <a:gdLst>
              <a:gd name="connsiteX0" fmla="*/ 349250 w 6858000"/>
              <a:gd name="connsiteY0" fmla="*/ 0 h 6552184"/>
              <a:gd name="connsiteX1" fmla="*/ 6508751 w 6858000"/>
              <a:gd name="connsiteY1" fmla="*/ 0 h 6552184"/>
              <a:gd name="connsiteX2" fmla="*/ 6850905 w 6858000"/>
              <a:gd name="connsiteY2" fmla="*/ 278863 h 6552184"/>
              <a:gd name="connsiteX3" fmla="*/ 6858000 w 6858000"/>
              <a:gd name="connsiteY3" fmla="*/ 349239 h 6552184"/>
              <a:gd name="connsiteX4" fmla="*/ 6858000 w 6858000"/>
              <a:gd name="connsiteY4" fmla="*/ 5701612 h 6552184"/>
              <a:gd name="connsiteX5" fmla="*/ 6850905 w 6858000"/>
              <a:gd name="connsiteY5" fmla="*/ 5771987 h 6552184"/>
              <a:gd name="connsiteX6" fmla="*/ 6508751 w 6858000"/>
              <a:gd name="connsiteY6" fmla="*/ 6050852 h 6552184"/>
              <a:gd name="connsiteX7" fmla="*/ 3679660 w 6858000"/>
              <a:gd name="connsiteY7" fmla="*/ 6050852 h 6552184"/>
              <a:gd name="connsiteX8" fmla="*/ 3429000 w 6858000"/>
              <a:gd name="connsiteY8" fmla="*/ 6301512 h 6552184"/>
              <a:gd name="connsiteX9" fmla="*/ 3178340 w 6858000"/>
              <a:gd name="connsiteY9" fmla="*/ 6552184 h 6552184"/>
              <a:gd name="connsiteX10" fmla="*/ 349250 w 6858000"/>
              <a:gd name="connsiteY10" fmla="*/ 6552184 h 6552184"/>
              <a:gd name="connsiteX11" fmla="*/ 0 w 6858000"/>
              <a:gd name="connsiteY11" fmla="*/ 6202922 h 6552184"/>
              <a:gd name="connsiteX12" fmla="*/ 0 w 6858000"/>
              <a:gd name="connsiteY12" fmla="*/ 349250 h 6552184"/>
              <a:gd name="connsiteX13" fmla="*/ 349250 w 6858000"/>
              <a:gd name="connsiteY13" fmla="*/ 0 h 6552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8000" h="6552184">
                <a:moveTo>
                  <a:pt x="349250" y="0"/>
                </a:moveTo>
                <a:lnTo>
                  <a:pt x="6508751" y="0"/>
                </a:lnTo>
                <a:cubicBezTo>
                  <a:pt x="6677526" y="0"/>
                  <a:pt x="6818339" y="119716"/>
                  <a:pt x="6850905" y="278863"/>
                </a:cubicBezTo>
                <a:lnTo>
                  <a:pt x="6858000" y="349239"/>
                </a:lnTo>
                <a:lnTo>
                  <a:pt x="6858000" y="5701612"/>
                </a:lnTo>
                <a:lnTo>
                  <a:pt x="6850905" y="5771987"/>
                </a:lnTo>
                <a:cubicBezTo>
                  <a:pt x="6818339" y="5931132"/>
                  <a:pt x="6677525" y="6050852"/>
                  <a:pt x="6508751" y="6050852"/>
                </a:cubicBezTo>
                <a:lnTo>
                  <a:pt x="3679660" y="6050852"/>
                </a:lnTo>
                <a:cubicBezTo>
                  <a:pt x="3541224" y="6050852"/>
                  <a:pt x="3429000" y="6163075"/>
                  <a:pt x="3429000" y="6301512"/>
                </a:cubicBezTo>
                <a:cubicBezTo>
                  <a:pt x="3429000" y="6439916"/>
                  <a:pt x="3316777" y="6552184"/>
                  <a:pt x="3178340" y="6552184"/>
                </a:cubicBezTo>
                <a:lnTo>
                  <a:pt x="349250" y="6552184"/>
                </a:lnTo>
                <a:cubicBezTo>
                  <a:pt x="156337" y="6552184"/>
                  <a:pt x="0" y="6395784"/>
                  <a:pt x="0" y="6202922"/>
                </a:cubicBezTo>
                <a:lnTo>
                  <a:pt x="0" y="349250"/>
                </a:lnTo>
                <a:cubicBezTo>
                  <a:pt x="0" y="156364"/>
                  <a:pt x="156337" y="0"/>
                  <a:pt x="349250" y="0"/>
                </a:cubicBezTo>
                <a:close/>
              </a:path>
            </a:pathLst>
          </a:custGeom>
          <a:blipFill>
            <a:blip r:embed="rId2">
              <a:alphaModFix amt="60000"/>
            </a:blip>
            <a:stretch>
              <a:fillRect/>
            </a:stretch>
          </a:blipFill>
        </p:spPr>
        <p:txBody>
          <a:bodyPr wrap="square">
            <a:noAutofit/>
          </a:bodyPr>
          <a:lstStyle>
            <a:lvl1pPr>
              <a:defRPr/>
            </a:lvl1pPr>
          </a:lstStyle>
          <a:p>
            <a:r>
              <a:rPr lang="en-US" dirty="0"/>
              <a:t>   </a:t>
            </a:r>
          </a:p>
        </p:txBody>
      </p:sp>
      <p:sp>
        <p:nvSpPr>
          <p:cNvPr id="14" name="Footer Placeholder 13">
            <a:extLst>
              <a:ext uri="{FF2B5EF4-FFF2-40B4-BE49-F238E27FC236}">
                <a16:creationId xmlns:a16="http://schemas.microsoft.com/office/drawing/2014/main" id="{1653829D-48DF-80C8-EFD1-8AE8D025091D}"/>
              </a:ext>
            </a:extLst>
          </p:cNvPr>
          <p:cNvSpPr>
            <a:spLocks noGrp="1"/>
          </p:cNvSpPr>
          <p:nvPr>
            <p:ph type="ftr" sz="quarter" idx="11"/>
          </p:nvPr>
        </p:nvSpPr>
        <p:spPr/>
        <p:txBody>
          <a:bodyPr/>
          <a:lstStyle/>
          <a:p>
            <a:r>
              <a:rPr lang="en-US"/>
              <a:t>Sample Footer Text</a:t>
            </a:r>
          </a:p>
        </p:txBody>
      </p:sp>
      <p:sp>
        <p:nvSpPr>
          <p:cNvPr id="13" name="Date Placeholder 12">
            <a:extLst>
              <a:ext uri="{FF2B5EF4-FFF2-40B4-BE49-F238E27FC236}">
                <a16:creationId xmlns:a16="http://schemas.microsoft.com/office/drawing/2014/main" id="{4692675B-8BC2-A545-81FF-1559B305D7D5}"/>
              </a:ext>
            </a:extLst>
          </p:cNvPr>
          <p:cNvSpPr>
            <a:spLocks noGrp="1"/>
          </p:cNvSpPr>
          <p:nvPr>
            <p:ph type="dt" sz="half" idx="10"/>
          </p:nvPr>
        </p:nvSpPr>
        <p:spPr/>
        <p:txBody>
          <a:bodyPr/>
          <a:lstStyle/>
          <a:p>
            <a:fld id="{A9226019-33FF-D14C-86DC-8CD2C65E2709}" type="datetime1">
              <a:rPr lang="en-US" smtClean="0"/>
              <a:t>12/12/2025</a:t>
            </a:fld>
            <a:endParaRPr lang="en-US"/>
          </a:p>
        </p:txBody>
      </p:sp>
      <p:sp>
        <p:nvSpPr>
          <p:cNvPr id="15" name="Slide Number Placeholder 14">
            <a:extLst>
              <a:ext uri="{FF2B5EF4-FFF2-40B4-BE49-F238E27FC236}">
                <a16:creationId xmlns:a16="http://schemas.microsoft.com/office/drawing/2014/main" id="{B17399EA-8F16-C8FC-075B-CE3915D7DA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637986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459266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81002" y="691835"/>
            <a:ext cx="11429998" cy="90836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81000" y="1752600"/>
            <a:ext cx="11430000" cy="4413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4">
            <a:extLst>
              <a:ext uri="{FF2B5EF4-FFF2-40B4-BE49-F238E27FC236}">
                <a16:creationId xmlns:a16="http://schemas.microsoft.com/office/drawing/2014/main" id="{DCFE50CA-A07B-1BE8-AB0E-F3855F27B14C}"/>
              </a:ext>
            </a:extLst>
          </p:cNvPr>
          <p:cNvSpPr>
            <a:spLocks noGrp="1"/>
          </p:cNvSpPr>
          <p:nvPr>
            <p:ph type="ftr" sz="quarter" idx="3"/>
          </p:nvPr>
        </p:nvSpPr>
        <p:spPr>
          <a:xfrm>
            <a:off x="381000" y="6347057"/>
            <a:ext cx="3200400" cy="365125"/>
          </a:xfrm>
          <a:prstGeom prst="rect">
            <a:avLst/>
          </a:prstGeom>
        </p:spPr>
        <p:txBody>
          <a:bodyPr vert="horz" lIns="91440" tIns="45720" rIns="91440" bIns="45720" rtlCol="0" anchor="ctr"/>
          <a:lstStyle>
            <a:lvl1pPr algn="l" rtl="0">
              <a:defRPr sz="800" b="0" i="0" cap="all" spc="100" baseline="0">
                <a:solidFill>
                  <a:schemeClr val="tx1"/>
                </a:solidFill>
                <a:latin typeface="+mn-lt"/>
                <a:cs typeface="Segoe UI" panose="020B0502040204020203" pitchFamily="34" charset="0"/>
              </a:defRPr>
            </a:lvl1pPr>
          </a:lstStyle>
          <a:p>
            <a:r>
              <a:rPr lang="en-US"/>
              <a:t>Sample Footer Text</a:t>
            </a:r>
            <a:endParaRPr lang="en-US" dirty="0"/>
          </a:p>
        </p:txBody>
      </p:sp>
      <p:sp>
        <p:nvSpPr>
          <p:cNvPr id="18" name="Date Placeholder 3">
            <a:extLst>
              <a:ext uri="{FF2B5EF4-FFF2-40B4-BE49-F238E27FC236}">
                <a16:creationId xmlns:a16="http://schemas.microsoft.com/office/drawing/2014/main" id="{DE26C4DF-9E75-7A5B-2595-BEA6116A42A6}"/>
              </a:ext>
            </a:extLst>
          </p:cNvPr>
          <p:cNvSpPr>
            <a:spLocks noGrp="1"/>
          </p:cNvSpPr>
          <p:nvPr>
            <p:ph type="dt" sz="half" idx="2"/>
          </p:nvPr>
        </p:nvSpPr>
        <p:spPr>
          <a:xfrm>
            <a:off x="9525000" y="6340475"/>
            <a:ext cx="1800171"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93274EE0-8EE6-BB42-BF21-111D3EB8AA70}" type="datetime1">
              <a:rPr lang="en-US" smtClean="0"/>
              <a:pPr/>
              <a:t>12/12/2025</a:t>
            </a:fld>
            <a:endParaRPr lang="en-US"/>
          </a:p>
        </p:txBody>
      </p:sp>
      <p:sp>
        <p:nvSpPr>
          <p:cNvPr id="19" name="Slide Number Placeholder 5">
            <a:extLst>
              <a:ext uri="{FF2B5EF4-FFF2-40B4-BE49-F238E27FC236}">
                <a16:creationId xmlns:a16="http://schemas.microsoft.com/office/drawing/2014/main" id="{C94B77EC-B34E-F076-4684-F1C05BA67E85}"/>
              </a:ext>
            </a:extLst>
          </p:cNvPr>
          <p:cNvSpPr>
            <a:spLocks noGrp="1"/>
          </p:cNvSpPr>
          <p:nvPr>
            <p:ph type="sldNum" sz="quarter" idx="4"/>
          </p:nvPr>
        </p:nvSpPr>
        <p:spPr>
          <a:xfrm>
            <a:off x="11375694" y="6340475"/>
            <a:ext cx="429207" cy="365125"/>
          </a:xfrm>
          <a:prstGeom prst="rect">
            <a:avLst/>
          </a:prstGeom>
        </p:spPr>
        <p:txBody>
          <a:bodyPr vert="horz" lIns="91440" tIns="45720" rIns="91440" bIns="45720" rtlCol="0" anchor="ctr"/>
          <a:lstStyle>
            <a:lvl1pPr algn="r" rtl="0">
              <a:defRPr sz="800" b="0" i="0" cap="all" spc="100" baseline="0">
                <a:solidFill>
                  <a:schemeClr val="tx1"/>
                </a:solidFill>
                <a:latin typeface="+mn-lt"/>
                <a:cs typeface="Segoe UI" panose="020B0502040204020203"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7" r:id="rId5"/>
    <p:sldLayoutId id="2147483893" r:id="rId6"/>
    <p:sldLayoutId id="2147483895" r:id="rId7"/>
    <p:sldLayoutId id="2147483896" r:id="rId8"/>
    <p:sldLayoutId id="2147483901" r:id="rId9"/>
    <p:sldLayoutId id="2147483947" r:id="rId10"/>
    <p:sldLayoutId id="2147483902" r:id="rId11"/>
    <p:sldLayoutId id="2147483903" r:id="rId12"/>
    <p:sldLayoutId id="2147483904" r:id="rId13"/>
    <p:sldLayoutId id="2147483905" r:id="rId14"/>
    <p:sldLayoutId id="2147483906" r:id="rId15"/>
    <p:sldLayoutId id="2147483907" r:id="rId16"/>
    <p:sldLayoutId id="2147483908" r:id="rId17"/>
    <p:sldLayoutId id="2147483917" r:id="rId18"/>
    <p:sldLayoutId id="2147483918" r:id="rId19"/>
    <p:sldLayoutId id="2147483919" r:id="rId20"/>
    <p:sldLayoutId id="2147483915" r:id="rId21"/>
    <p:sldLayoutId id="2147483916" r:id="rId22"/>
    <p:sldLayoutId id="2147483913" r:id="rId23"/>
    <p:sldLayoutId id="2147483914" r:id="rId24"/>
    <p:sldLayoutId id="2147483920" r:id="rId25"/>
    <p:sldLayoutId id="2147483921" r:id="rId26"/>
    <p:sldLayoutId id="2147483909" r:id="rId27"/>
    <p:sldLayoutId id="2147483910" r:id="rId28"/>
    <p:sldLayoutId id="2147483922" r:id="rId29"/>
    <p:sldLayoutId id="2147483923" r:id="rId30"/>
    <p:sldLayoutId id="2147483924" r:id="rId31"/>
    <p:sldLayoutId id="2147483911" r:id="rId32"/>
    <p:sldLayoutId id="2147483912" r:id="rId33"/>
    <p:sldLayoutId id="2147483925" r:id="rId34"/>
    <p:sldLayoutId id="2147483926" r:id="rId35"/>
    <p:sldLayoutId id="2147483927" r:id="rId36"/>
    <p:sldLayoutId id="2147483928" r:id="rId37"/>
    <p:sldLayoutId id="2147483929" r:id="rId38"/>
    <p:sldLayoutId id="2147483930" r:id="rId39"/>
    <p:sldLayoutId id="2147483931" r:id="rId40"/>
    <p:sldLayoutId id="2147483932" r:id="rId41"/>
    <p:sldLayoutId id="2147483933" r:id="rId42"/>
    <p:sldLayoutId id="2147483935" r:id="rId43"/>
    <p:sldLayoutId id="2147483936" r:id="rId44"/>
    <p:sldLayoutId id="2147483937" r:id="rId45"/>
    <p:sldLayoutId id="2147483938" r:id="rId46"/>
    <p:sldLayoutId id="2147483945" r:id="rId47"/>
    <p:sldLayoutId id="2147483946" r:id="rId48"/>
    <p:sldLayoutId id="2147483939" r:id="rId49"/>
    <p:sldLayoutId id="2147483940" r:id="rId50"/>
    <p:sldLayoutId id="2147483941" r:id="rId51"/>
    <p:sldLayoutId id="2147483942" r:id="rId52"/>
    <p:sldLayoutId id="2147483943" r:id="rId53"/>
    <p:sldLayoutId id="2147483944" r:id="rId54"/>
    <p:sldLayoutId id="2147483948" r:id="rId55"/>
  </p:sldLayoutIdLst>
  <p:hf hdr="0"/>
  <p:txStyles>
    <p:title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240" userDrawn="1">
          <p15:clr>
            <a:srgbClr val="F26B43"/>
          </p15:clr>
        </p15:guide>
        <p15:guide id="25" pos="7296" userDrawn="1">
          <p15:clr>
            <a:srgbClr val="F26B43"/>
          </p15:clr>
        </p15:guide>
        <p15:guide id="26" pos="3840" userDrawn="1">
          <p15:clr>
            <a:srgbClr val="F26B43"/>
          </p15:clr>
        </p15:guide>
        <p15:guide id="27" orient="horz" pos="432" userDrawn="1">
          <p15:clr>
            <a:srgbClr val="F26B43"/>
          </p15:clr>
        </p15:guide>
        <p15:guide id="28" orient="horz" pos="3888" userDrawn="1">
          <p15:clr>
            <a:srgbClr val="F26B43"/>
          </p15:clr>
        </p15:guide>
        <p15:guide id="29" pos="96" userDrawn="1">
          <p15:clr>
            <a:srgbClr val="F26B43"/>
          </p15:clr>
        </p15:guide>
        <p15:guide id="30" pos="7584" userDrawn="1">
          <p15:clr>
            <a:srgbClr val="F26B43"/>
          </p15:clr>
        </p15:guide>
        <p15:guide id="31" orient="horz" pos="96" userDrawn="1">
          <p15:clr>
            <a:srgbClr val="F26B43"/>
          </p15:clr>
        </p15:guide>
        <p15:guide id="32" orient="horz" pos="4224" userDrawn="1">
          <p15:clr>
            <a:srgbClr val="F26B43"/>
          </p15:clr>
        </p15:guide>
        <p15:guide id="33" pos="384" userDrawn="1">
          <p15:clr>
            <a:srgbClr val="F26B43"/>
          </p15:clr>
        </p15:guide>
        <p15:guide id="34"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1C50F-6141-9601-C39E-487F8B0BAC5F}"/>
              </a:ext>
            </a:extLst>
          </p:cNvPr>
          <p:cNvSpPr>
            <a:spLocks noGrp="1"/>
          </p:cNvSpPr>
          <p:nvPr>
            <p:ph type="ctrTitle"/>
          </p:nvPr>
        </p:nvSpPr>
        <p:spPr>
          <a:xfrm>
            <a:off x="381000" y="838200"/>
            <a:ext cx="11430000" cy="3657600"/>
          </a:xfrm>
        </p:spPr>
        <p:txBody>
          <a:bodyPr anchor="b">
            <a:normAutofit/>
          </a:bodyPr>
          <a:lstStyle/>
          <a:p>
            <a:r>
              <a:rPr lang="en-US" sz="7200" dirty="0"/>
              <a:t>PML -Cricket Object Detection Project –Group 27</a:t>
            </a:r>
          </a:p>
        </p:txBody>
      </p:sp>
      <p:sp>
        <p:nvSpPr>
          <p:cNvPr id="6" name="Slide Number Placeholder 5">
            <a:extLst>
              <a:ext uri="{FF2B5EF4-FFF2-40B4-BE49-F238E27FC236}">
                <a16:creationId xmlns:a16="http://schemas.microsoft.com/office/drawing/2014/main" id="{628542BC-4054-EE62-D9A4-F6020889287D}"/>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181623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686"/>
            <a:ext cx="11430000" cy="6218022"/>
          </a:xfrm>
        </p:spPr>
        <p:txBody>
          <a:bodyPr>
            <a:normAutofit/>
          </a:bodyPr>
          <a:lstStyle/>
          <a:p>
            <a:pPr algn="l">
              <a:defRPr sz="1400"/>
            </a:pPr>
            <a:r>
              <a:rPr dirty="0"/>
              <a:t>Objective:</a:t>
            </a:r>
            <a:br>
              <a:rPr dirty="0"/>
            </a:br>
            <a:r>
              <a:rPr dirty="0"/>
              <a:t>Develop a machine learning model to detect cricket objects (bat, ball, stumps, or no object) at grid-cell level in images using classical ML techniques and manual feature engineering.</a:t>
            </a:r>
            <a:br>
              <a:rPr dirty="0"/>
            </a:br>
            <a:br>
              <a:rPr dirty="0"/>
            </a:br>
            <a:r>
              <a:rPr dirty="0"/>
              <a:t>Scope &amp; Approach:</a:t>
            </a:r>
            <a:br>
              <a:rPr dirty="0"/>
            </a:br>
            <a:r>
              <a:rPr dirty="0"/>
              <a:t>• Created dataset of 300+ cricket images (balanced across object classes)</a:t>
            </a:r>
            <a:br>
              <a:rPr dirty="0"/>
            </a:br>
            <a:r>
              <a:rPr dirty="0"/>
              <a:t>• Preprocessed images to 800×600 resolution and divided into 8×8 grid cells</a:t>
            </a:r>
            <a:br>
              <a:rPr dirty="0"/>
            </a:br>
            <a:r>
              <a:rPr dirty="0"/>
              <a:t>• Annotated each cell with object labels (0: no object, 1: ball, 2: bat, 3: stump)</a:t>
            </a:r>
            <a:br>
              <a:rPr dirty="0"/>
            </a:br>
            <a:r>
              <a:rPr dirty="0"/>
              <a:t>• Extracted handcrafted features (HOG, grayscale) for classification</a:t>
            </a:r>
            <a:br>
              <a:rPr dirty="0"/>
            </a:br>
            <a:r>
              <a:rPr dirty="0"/>
              <a:t>• Trained and evaluated Random Forest and KNN models</a:t>
            </a:r>
            <a:br>
              <a:rPr dirty="0"/>
            </a:br>
            <a:br>
              <a:rPr dirty="0"/>
            </a:br>
            <a:r>
              <a:rPr dirty="0"/>
              <a:t>Key Deliverables:</a:t>
            </a:r>
            <a:br>
              <a:rPr dirty="0"/>
            </a:br>
            <a:r>
              <a:rPr dirty="0"/>
              <a:t>• Dataset with annotations</a:t>
            </a:r>
            <a:br>
              <a:rPr dirty="0"/>
            </a:br>
            <a:r>
              <a:rPr dirty="0"/>
              <a:t>• Source code &amp; pipelines</a:t>
            </a:r>
            <a:br>
              <a:rPr dirty="0"/>
            </a:br>
            <a:r>
              <a:rPr dirty="0"/>
              <a:t>• Predictions CSV</a:t>
            </a:r>
            <a:br>
              <a:rPr dirty="0"/>
            </a:br>
            <a:r>
              <a:rPr dirty="0"/>
              <a:t>• Performance metrics &amp; visualizations</a:t>
            </a:r>
            <a:br>
              <a:rPr dirty="0"/>
            </a:br>
            <a:r>
              <a:rPr dirty="0"/>
              <a:t>• Presentation &amp; 5-min video</a:t>
            </a:r>
            <a:br>
              <a:rPr dirty="0"/>
            </a:br>
            <a:br>
              <a:rPr dirty="0"/>
            </a:br>
            <a:r>
              <a:rPr dirty="0"/>
              <a:t>Evaluation Criteria:</a:t>
            </a:r>
            <a:br>
              <a:rPr dirty="0"/>
            </a:br>
            <a:r>
              <a:rPr dirty="0"/>
              <a:t>• Problem detailing &amp; solution approach</a:t>
            </a:r>
            <a:br>
              <a:rPr dirty="0"/>
            </a:br>
            <a:r>
              <a:rPr dirty="0"/>
              <a:t>• Model performance on train/test &amp; unseen data</a:t>
            </a:r>
            <a:br>
              <a:rPr dirty="0"/>
            </a:br>
            <a:r>
              <a:rPr dirty="0"/>
              <a:t>• Quality of documentation and presentation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3F33-30A8-AA75-7DC5-C2143B9175B0}"/>
              </a:ext>
            </a:extLst>
          </p:cNvPr>
          <p:cNvSpPr>
            <a:spLocks noGrp="1"/>
          </p:cNvSpPr>
          <p:nvPr>
            <p:ph type="title"/>
          </p:nvPr>
        </p:nvSpPr>
        <p:spPr>
          <a:xfrm>
            <a:off x="380999" y="331237"/>
            <a:ext cx="5490883" cy="969512"/>
          </a:xfrm>
        </p:spPr>
        <p:txBody>
          <a:bodyPr anchor="t">
            <a:normAutofit/>
          </a:bodyPr>
          <a:lstStyle/>
          <a:p>
            <a:r>
              <a:rPr lang="en-US" dirty="0"/>
              <a:t>Step-by-Step Workflow</a:t>
            </a:r>
          </a:p>
        </p:txBody>
      </p:sp>
      <p:sp>
        <p:nvSpPr>
          <p:cNvPr id="4" name="Footer Placeholder 3">
            <a:extLst>
              <a:ext uri="{FF2B5EF4-FFF2-40B4-BE49-F238E27FC236}">
                <a16:creationId xmlns:a16="http://schemas.microsoft.com/office/drawing/2014/main" id="{B5301672-F88E-0DD0-22A6-0486E7826BDF}"/>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dirty="0"/>
              <a:t>Sample Footer Text</a:t>
            </a:r>
          </a:p>
        </p:txBody>
      </p:sp>
      <p:sp>
        <p:nvSpPr>
          <p:cNvPr id="5" name="Date Placeholder 4">
            <a:extLst>
              <a:ext uri="{FF2B5EF4-FFF2-40B4-BE49-F238E27FC236}">
                <a16:creationId xmlns:a16="http://schemas.microsoft.com/office/drawing/2014/main" id="{CEF5D93E-5821-5ED7-44AD-57FB3575C34E}"/>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12/12/2025</a:t>
            </a:fld>
            <a:endParaRPr lang="en-US"/>
          </a:p>
        </p:txBody>
      </p:sp>
      <p:sp>
        <p:nvSpPr>
          <p:cNvPr id="6" name="Slide Number Placeholder 5">
            <a:extLst>
              <a:ext uri="{FF2B5EF4-FFF2-40B4-BE49-F238E27FC236}">
                <a16:creationId xmlns:a16="http://schemas.microsoft.com/office/drawing/2014/main" id="{3C1C31CA-C0D2-BF08-78CA-918CD7C95196}"/>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pic>
        <p:nvPicPr>
          <p:cNvPr id="10" name="Content Placeholder 9">
            <a:extLst>
              <a:ext uri="{FF2B5EF4-FFF2-40B4-BE49-F238E27FC236}">
                <a16:creationId xmlns:a16="http://schemas.microsoft.com/office/drawing/2014/main" id="{8B734F20-F5FB-EA8D-4139-7A38E4CC32B1}"/>
              </a:ext>
            </a:extLst>
          </p:cNvPr>
          <p:cNvPicPr>
            <a:picLocks noGrp="1" noChangeAspect="1"/>
          </p:cNvPicPr>
          <p:nvPr>
            <p:ph sz="quarter" idx="13"/>
          </p:nvPr>
        </p:nvPicPr>
        <p:blipFill>
          <a:blip r:embed="rId3"/>
          <a:stretch>
            <a:fillRect/>
          </a:stretch>
        </p:blipFill>
        <p:spPr>
          <a:xfrm>
            <a:off x="657432" y="1099712"/>
            <a:ext cx="7128667" cy="5423325"/>
          </a:xfrm>
          <a:prstGeom prst="rect">
            <a:avLst/>
          </a:prstGeom>
        </p:spPr>
      </p:pic>
    </p:spTree>
    <p:extLst>
      <p:ext uri="{BB962C8B-B14F-4D97-AF65-F5344CB8AC3E}">
        <p14:creationId xmlns:p14="http://schemas.microsoft.com/office/powerpoint/2010/main" val="94183617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9F0F-1E34-8FBC-05F0-66F622FC37D3}"/>
              </a:ext>
            </a:extLst>
          </p:cNvPr>
          <p:cNvSpPr>
            <a:spLocks noGrp="1"/>
          </p:cNvSpPr>
          <p:nvPr>
            <p:ph type="title"/>
          </p:nvPr>
        </p:nvSpPr>
        <p:spPr>
          <a:xfrm>
            <a:off x="374902" y="243600"/>
            <a:ext cx="11429999" cy="755965"/>
          </a:xfrm>
        </p:spPr>
        <p:txBody>
          <a:bodyPr anchor="t">
            <a:normAutofit/>
          </a:bodyPr>
          <a:lstStyle/>
          <a:p>
            <a:r>
              <a:rPr lang="en-US" dirty="0"/>
              <a:t>Data Collection &amp; Pre Processing</a:t>
            </a:r>
          </a:p>
        </p:txBody>
      </p:sp>
      <p:sp>
        <p:nvSpPr>
          <p:cNvPr id="4" name="Footer Placeholder 3">
            <a:extLst>
              <a:ext uri="{FF2B5EF4-FFF2-40B4-BE49-F238E27FC236}">
                <a16:creationId xmlns:a16="http://schemas.microsoft.com/office/drawing/2014/main" id="{04CB6550-7B7A-47DE-3033-1CDAF13657BB}"/>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9981CBB-2707-F527-A935-8C31BBF67D7B}"/>
              </a:ext>
            </a:extLst>
          </p:cNvPr>
          <p:cNvSpPr>
            <a:spLocks noGrp="1"/>
          </p:cNvSpPr>
          <p:nvPr>
            <p:ph type="dt" sz="half" idx="10"/>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12/12/2025</a:t>
            </a:fld>
            <a:endParaRPr lang="en-US"/>
          </a:p>
        </p:txBody>
      </p:sp>
      <p:sp>
        <p:nvSpPr>
          <p:cNvPr id="6" name="Slide Number Placeholder 5">
            <a:extLst>
              <a:ext uri="{FF2B5EF4-FFF2-40B4-BE49-F238E27FC236}">
                <a16:creationId xmlns:a16="http://schemas.microsoft.com/office/drawing/2014/main" id="{C569B6E3-AE1E-E22B-6AF0-B5041C27FC07}"/>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
        <p:nvSpPr>
          <p:cNvPr id="10" name="TextBox 9">
            <a:extLst>
              <a:ext uri="{FF2B5EF4-FFF2-40B4-BE49-F238E27FC236}">
                <a16:creationId xmlns:a16="http://schemas.microsoft.com/office/drawing/2014/main" id="{A07185FE-5159-1764-72A9-A109789913B4}"/>
              </a:ext>
            </a:extLst>
          </p:cNvPr>
          <p:cNvSpPr txBox="1"/>
          <p:nvPr/>
        </p:nvSpPr>
        <p:spPr>
          <a:xfrm>
            <a:off x="533400" y="1447800"/>
            <a:ext cx="5132294" cy="2215991"/>
          </a:xfrm>
          <a:prstGeom prst="rect">
            <a:avLst/>
          </a:prstGeom>
          <a:noFill/>
        </p:spPr>
        <p:txBody>
          <a:bodyPr wrap="square">
            <a:spAutoFit/>
          </a:bodyPr>
          <a:lstStyle/>
          <a:p>
            <a:pPr algn="l">
              <a:spcAft>
                <a:spcPts val="1200"/>
              </a:spcAft>
              <a:buFont typeface="Arial" panose="020B0604020202020204" pitchFamily="34" charset="0"/>
              <a:buChar char="•"/>
            </a:pPr>
            <a:r>
              <a:rPr lang="en-US" b="0" i="0" dirty="0">
                <a:solidFill>
                  <a:srgbClr val="1F2328"/>
                </a:solidFill>
                <a:effectLst/>
                <a:latin typeface="-apple-system"/>
              </a:rPr>
              <a:t>200+ cricket images, balanced across object classes.</a:t>
            </a:r>
          </a:p>
          <a:p>
            <a:pPr algn="l">
              <a:spcAft>
                <a:spcPts val="1200"/>
              </a:spcAft>
              <a:buFont typeface="Arial" panose="020B0604020202020204" pitchFamily="34" charset="0"/>
              <a:buChar char="•"/>
            </a:pPr>
            <a:r>
              <a:rPr lang="en-US" b="0" i="0" dirty="0">
                <a:solidFill>
                  <a:srgbClr val="1F2328"/>
                </a:solidFill>
                <a:effectLst/>
                <a:latin typeface="-apple-system"/>
              </a:rPr>
              <a:t>All images resized to 800×600 and partitioned into an 8×8 grid.</a:t>
            </a:r>
          </a:p>
          <a:p>
            <a:pPr algn="l">
              <a:spcAft>
                <a:spcPts val="1200"/>
              </a:spcAft>
              <a:buFont typeface="Arial" panose="020B0604020202020204" pitchFamily="34" charset="0"/>
              <a:buChar char="•"/>
            </a:pPr>
            <a:r>
              <a:rPr lang="en-US" dirty="0">
                <a:solidFill>
                  <a:srgbClr val="1F2328"/>
                </a:solidFill>
                <a:latin typeface="-apple-system"/>
              </a:rPr>
              <a:t>Used python script to resize and reshape all images</a:t>
            </a:r>
            <a:endParaRPr lang="en-US" b="0" i="0" dirty="0">
              <a:solidFill>
                <a:srgbClr val="1F2328"/>
              </a:solidFill>
              <a:effectLst/>
              <a:latin typeface="-apple-system"/>
            </a:endParaRPr>
          </a:p>
          <a:p>
            <a:pPr>
              <a:buNone/>
            </a:pPr>
            <a:br>
              <a:rPr lang="en-US" dirty="0"/>
            </a:br>
            <a:endParaRPr lang="en-IN" dirty="0"/>
          </a:p>
        </p:txBody>
      </p:sp>
      <p:pic>
        <p:nvPicPr>
          <p:cNvPr id="12" name="Picture 11">
            <a:extLst>
              <a:ext uri="{FF2B5EF4-FFF2-40B4-BE49-F238E27FC236}">
                <a16:creationId xmlns:a16="http://schemas.microsoft.com/office/drawing/2014/main" id="{D86AFD60-1043-6293-DB31-ED718B9F802C}"/>
              </a:ext>
            </a:extLst>
          </p:cNvPr>
          <p:cNvPicPr>
            <a:picLocks noChangeAspect="1"/>
          </p:cNvPicPr>
          <p:nvPr/>
        </p:nvPicPr>
        <p:blipFill>
          <a:blip r:embed="rId3"/>
          <a:stretch>
            <a:fillRect/>
          </a:stretch>
        </p:blipFill>
        <p:spPr>
          <a:xfrm>
            <a:off x="5826187" y="931443"/>
            <a:ext cx="6249272" cy="5682957"/>
          </a:xfrm>
          <a:prstGeom prst="rect">
            <a:avLst/>
          </a:prstGeom>
        </p:spPr>
      </p:pic>
      <p:pic>
        <p:nvPicPr>
          <p:cNvPr id="16" name="Picture 15">
            <a:extLst>
              <a:ext uri="{FF2B5EF4-FFF2-40B4-BE49-F238E27FC236}">
                <a16:creationId xmlns:a16="http://schemas.microsoft.com/office/drawing/2014/main" id="{7FEE598B-6B0F-2EA5-A065-E103FD2812CA}"/>
              </a:ext>
            </a:extLst>
          </p:cNvPr>
          <p:cNvPicPr>
            <a:picLocks noChangeAspect="1"/>
          </p:cNvPicPr>
          <p:nvPr/>
        </p:nvPicPr>
        <p:blipFill>
          <a:blip r:embed="rId4"/>
          <a:stretch>
            <a:fillRect/>
          </a:stretch>
        </p:blipFill>
        <p:spPr>
          <a:xfrm>
            <a:off x="667968" y="3073130"/>
            <a:ext cx="4035825" cy="3354610"/>
          </a:xfrm>
          <a:prstGeom prst="rect">
            <a:avLst/>
          </a:prstGeom>
        </p:spPr>
      </p:pic>
    </p:spTree>
    <p:extLst>
      <p:ext uri="{BB962C8B-B14F-4D97-AF65-F5344CB8AC3E}">
        <p14:creationId xmlns:p14="http://schemas.microsoft.com/office/powerpoint/2010/main" val="22048893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B2BAE-1FBD-7EE8-5972-1924BDCF6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301B7-95C4-3B84-649C-23E8495AF96B}"/>
              </a:ext>
            </a:extLst>
          </p:cNvPr>
          <p:cNvSpPr>
            <a:spLocks noGrp="1"/>
          </p:cNvSpPr>
          <p:nvPr>
            <p:ph type="title"/>
          </p:nvPr>
        </p:nvSpPr>
        <p:spPr>
          <a:xfrm>
            <a:off x="374902" y="243600"/>
            <a:ext cx="11429999" cy="755965"/>
          </a:xfrm>
        </p:spPr>
        <p:txBody>
          <a:bodyPr anchor="t">
            <a:normAutofit/>
          </a:bodyPr>
          <a:lstStyle/>
          <a:p>
            <a:r>
              <a:rPr lang="en-US" dirty="0"/>
              <a:t>Annotation</a:t>
            </a:r>
          </a:p>
        </p:txBody>
      </p:sp>
      <p:sp>
        <p:nvSpPr>
          <p:cNvPr id="4" name="Footer Placeholder 3">
            <a:extLst>
              <a:ext uri="{FF2B5EF4-FFF2-40B4-BE49-F238E27FC236}">
                <a16:creationId xmlns:a16="http://schemas.microsoft.com/office/drawing/2014/main" id="{546B0313-6332-9A74-B9E1-2F66F6A773CC}"/>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BA01C5B-5BBF-62F1-E358-704F1DCF0A65}"/>
              </a:ext>
            </a:extLst>
          </p:cNvPr>
          <p:cNvSpPr>
            <a:spLocks noGrp="1"/>
          </p:cNvSpPr>
          <p:nvPr>
            <p:ph type="dt" sz="half" idx="10"/>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3603E664-56AC-138C-14E7-9BC45C3D4921}"/>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
        <p:nvSpPr>
          <p:cNvPr id="10" name="TextBox 9">
            <a:extLst>
              <a:ext uri="{FF2B5EF4-FFF2-40B4-BE49-F238E27FC236}">
                <a16:creationId xmlns:a16="http://schemas.microsoft.com/office/drawing/2014/main" id="{FFA50CAC-4561-97A4-A57C-D2AFD7487DFD}"/>
              </a:ext>
            </a:extLst>
          </p:cNvPr>
          <p:cNvSpPr txBox="1"/>
          <p:nvPr/>
        </p:nvSpPr>
        <p:spPr>
          <a:xfrm>
            <a:off x="-249580" y="714945"/>
            <a:ext cx="5132294" cy="3139321"/>
          </a:xfrm>
          <a:prstGeom prst="rect">
            <a:avLst/>
          </a:prstGeom>
          <a:noFill/>
        </p:spPr>
        <p:txBody>
          <a:bodyPr wrap="square">
            <a:spAutoFit/>
          </a:bodyPr>
          <a:lstStyle/>
          <a:p>
            <a:pPr marL="742950" lvl="1" indent="-285750">
              <a:buFont typeface="Arial" panose="020B0604020202020204" pitchFamily="34" charset="0"/>
              <a:buChar char="•"/>
            </a:pPr>
            <a:r>
              <a:rPr lang="en-US" dirty="0">
                <a:solidFill>
                  <a:srgbClr val="1F2328"/>
                </a:solidFill>
                <a:latin typeface="-apple-system"/>
              </a:rPr>
              <a:t>Explored tools (</a:t>
            </a:r>
            <a:r>
              <a:rPr lang="en-US" dirty="0" err="1">
                <a:solidFill>
                  <a:srgbClr val="1F2328"/>
                </a:solidFill>
                <a:latin typeface="-apple-system"/>
              </a:rPr>
              <a:t>LabelImg</a:t>
            </a:r>
            <a:r>
              <a:rPr lang="en-US" dirty="0">
                <a:solidFill>
                  <a:srgbClr val="1F2328"/>
                </a:solidFill>
                <a:latin typeface="-apple-system"/>
              </a:rPr>
              <a:t>, Copilot-assisted tools) but they were not adequate for our grid‑cell tagging needs.</a:t>
            </a:r>
          </a:p>
          <a:p>
            <a:pPr marL="742950" lvl="1" indent="-285750">
              <a:buFont typeface="Arial" panose="020B0604020202020204" pitchFamily="34" charset="0"/>
              <a:buChar char="•"/>
            </a:pPr>
            <a:endParaRPr lang="en-US" dirty="0">
              <a:solidFill>
                <a:srgbClr val="1F2328"/>
              </a:solidFill>
              <a:latin typeface="-apple-system"/>
            </a:endParaRPr>
          </a:p>
          <a:p>
            <a:pPr marL="742950" lvl="1" indent="-285750">
              <a:buFont typeface="Arial" panose="020B0604020202020204" pitchFamily="34" charset="0"/>
              <a:buChar char="•"/>
            </a:pPr>
            <a:r>
              <a:rPr lang="en-US" dirty="0">
                <a:solidFill>
                  <a:srgbClr val="1F2328"/>
                </a:solidFill>
                <a:latin typeface="-apple-system"/>
              </a:rPr>
              <a:t>Reused and extended a custom annotation utility to perform manual per‑cell tagging.</a:t>
            </a:r>
          </a:p>
          <a:p>
            <a:pPr marL="742950" lvl="1" indent="-285750">
              <a:buFont typeface="Arial" panose="020B0604020202020204" pitchFamily="34" charset="0"/>
              <a:buChar char="•"/>
            </a:pPr>
            <a:endParaRPr lang="en-US" dirty="0">
              <a:solidFill>
                <a:srgbClr val="1F2328"/>
              </a:solidFill>
              <a:latin typeface="-apple-system"/>
            </a:endParaRPr>
          </a:p>
          <a:p>
            <a:pPr marL="742950" lvl="1" indent="-285750">
              <a:buFont typeface="Arial" panose="020B0604020202020204" pitchFamily="34" charset="0"/>
              <a:buChar char="•"/>
            </a:pPr>
            <a:r>
              <a:rPr lang="en-US" dirty="0">
                <a:solidFill>
                  <a:srgbClr val="1F2328"/>
                </a:solidFill>
                <a:latin typeface="-apple-system"/>
              </a:rPr>
              <a:t>Utility produces one annotation text file per image (compatible with our pipeline).</a:t>
            </a:r>
          </a:p>
          <a:p>
            <a:pPr>
              <a:buNone/>
            </a:pPr>
            <a:br>
              <a:rPr lang="en-US" dirty="0"/>
            </a:br>
            <a:r>
              <a:rPr lang="en-US" dirty="0"/>
              <a:t>	</a:t>
            </a:r>
            <a:endParaRPr lang="en-IN" dirty="0"/>
          </a:p>
        </p:txBody>
      </p:sp>
      <p:pic>
        <p:nvPicPr>
          <p:cNvPr id="9" name="Picture 8">
            <a:extLst>
              <a:ext uri="{FF2B5EF4-FFF2-40B4-BE49-F238E27FC236}">
                <a16:creationId xmlns:a16="http://schemas.microsoft.com/office/drawing/2014/main" id="{3B477102-DEE9-07FA-6CB4-336A2509767F}"/>
              </a:ext>
            </a:extLst>
          </p:cNvPr>
          <p:cNvPicPr>
            <a:picLocks noChangeAspect="1"/>
          </p:cNvPicPr>
          <p:nvPr/>
        </p:nvPicPr>
        <p:blipFill>
          <a:blip r:embed="rId3"/>
          <a:stretch>
            <a:fillRect/>
          </a:stretch>
        </p:blipFill>
        <p:spPr>
          <a:xfrm>
            <a:off x="5794066" y="798730"/>
            <a:ext cx="6521913" cy="5932211"/>
          </a:xfrm>
          <a:prstGeom prst="rect">
            <a:avLst/>
          </a:prstGeom>
        </p:spPr>
      </p:pic>
      <p:pic>
        <p:nvPicPr>
          <p:cNvPr id="13" name="Picture 12">
            <a:extLst>
              <a:ext uri="{FF2B5EF4-FFF2-40B4-BE49-F238E27FC236}">
                <a16:creationId xmlns:a16="http://schemas.microsoft.com/office/drawing/2014/main" id="{7E1F70D4-C5F7-D2E2-F4D9-D2538B972A62}"/>
              </a:ext>
            </a:extLst>
          </p:cNvPr>
          <p:cNvPicPr>
            <a:picLocks noChangeAspect="1"/>
          </p:cNvPicPr>
          <p:nvPr/>
        </p:nvPicPr>
        <p:blipFill>
          <a:blip r:embed="rId4"/>
          <a:stretch>
            <a:fillRect/>
          </a:stretch>
        </p:blipFill>
        <p:spPr>
          <a:xfrm>
            <a:off x="277241" y="4093823"/>
            <a:ext cx="5229955" cy="2429214"/>
          </a:xfrm>
          <a:prstGeom prst="rect">
            <a:avLst/>
          </a:prstGeom>
        </p:spPr>
      </p:pic>
      <p:sp>
        <p:nvSpPr>
          <p:cNvPr id="15" name="TextBox 14">
            <a:extLst>
              <a:ext uri="{FF2B5EF4-FFF2-40B4-BE49-F238E27FC236}">
                <a16:creationId xmlns:a16="http://schemas.microsoft.com/office/drawing/2014/main" id="{083652FA-43B7-6911-17B6-30093206E209}"/>
              </a:ext>
            </a:extLst>
          </p:cNvPr>
          <p:cNvSpPr txBox="1"/>
          <p:nvPr/>
        </p:nvSpPr>
        <p:spPr>
          <a:xfrm>
            <a:off x="374902" y="3637642"/>
            <a:ext cx="4430180" cy="369332"/>
          </a:xfrm>
          <a:prstGeom prst="rect">
            <a:avLst/>
          </a:prstGeom>
          <a:noFill/>
        </p:spPr>
        <p:txBody>
          <a:bodyPr wrap="square">
            <a:spAutoFit/>
          </a:bodyPr>
          <a:lstStyle/>
          <a:p>
            <a:r>
              <a:rPr lang="en-US" dirty="0">
                <a:latin typeface="+mj-lt"/>
                <a:ea typeface="+mj-ea"/>
                <a:cs typeface="Biome" panose="020B0503030204020804" pitchFamily="34" charset="0"/>
              </a:rPr>
              <a:t>Annotation</a:t>
            </a:r>
            <a:r>
              <a:rPr lang="en-US" dirty="0"/>
              <a:t> </a:t>
            </a:r>
            <a:r>
              <a:rPr lang="en-US" dirty="0">
                <a:latin typeface="+mj-lt"/>
                <a:ea typeface="+mj-ea"/>
                <a:cs typeface="Biome" panose="020B0503030204020804" pitchFamily="34" charset="0"/>
              </a:rPr>
              <a:t>Output</a:t>
            </a:r>
            <a:endParaRPr lang="en-IN" dirty="0">
              <a:latin typeface="+mj-lt"/>
              <a:ea typeface="+mj-ea"/>
              <a:cs typeface="Biome" panose="020B0503030204020804" pitchFamily="34" charset="0"/>
            </a:endParaRPr>
          </a:p>
        </p:txBody>
      </p:sp>
      <p:sp>
        <p:nvSpPr>
          <p:cNvPr id="17" name="TextBox 16">
            <a:extLst>
              <a:ext uri="{FF2B5EF4-FFF2-40B4-BE49-F238E27FC236}">
                <a16:creationId xmlns:a16="http://schemas.microsoft.com/office/drawing/2014/main" id="{CECE2ED0-B216-15B9-8F47-CB501A04A518}"/>
              </a:ext>
            </a:extLst>
          </p:cNvPr>
          <p:cNvSpPr txBox="1"/>
          <p:nvPr/>
        </p:nvSpPr>
        <p:spPr>
          <a:xfrm>
            <a:off x="6493093" y="218259"/>
            <a:ext cx="3403942" cy="369332"/>
          </a:xfrm>
          <a:prstGeom prst="rect">
            <a:avLst/>
          </a:prstGeom>
          <a:noFill/>
        </p:spPr>
        <p:txBody>
          <a:bodyPr wrap="square">
            <a:spAutoFit/>
          </a:bodyPr>
          <a:lstStyle/>
          <a:p>
            <a:r>
              <a:rPr lang="en-US" dirty="0">
                <a:latin typeface="+mj-lt"/>
                <a:ea typeface="+mj-ea"/>
                <a:cs typeface="Biome" panose="020B0503030204020804" pitchFamily="34" charset="0"/>
              </a:rPr>
              <a:t>Annotation Utility</a:t>
            </a:r>
            <a:endParaRPr lang="en-IN" dirty="0">
              <a:latin typeface="+mj-lt"/>
              <a:ea typeface="+mj-ea"/>
              <a:cs typeface="Biome" panose="020B0503030204020804" pitchFamily="34" charset="0"/>
            </a:endParaRPr>
          </a:p>
        </p:txBody>
      </p:sp>
    </p:spTree>
    <p:extLst>
      <p:ext uri="{BB962C8B-B14F-4D97-AF65-F5344CB8AC3E}">
        <p14:creationId xmlns:p14="http://schemas.microsoft.com/office/powerpoint/2010/main" val="255827504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2D362BE-F642-C91C-FBF0-86A6AE786716}"/>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19B3B0C0-8108-4A9F-0E0E-444101BDF7A4}"/>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ECF717E1-DBFB-81CF-D8D5-28A3457A41CB}"/>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
        <p:nvSpPr>
          <p:cNvPr id="9" name="Title 1">
            <a:extLst>
              <a:ext uri="{FF2B5EF4-FFF2-40B4-BE49-F238E27FC236}">
                <a16:creationId xmlns:a16="http://schemas.microsoft.com/office/drawing/2014/main" id="{841FD00D-073D-8262-E9FF-F160E674A734}"/>
              </a:ext>
            </a:extLst>
          </p:cNvPr>
          <p:cNvSpPr>
            <a:spLocks noGrp="1"/>
          </p:cNvSpPr>
          <p:nvPr>
            <p:ph type="title"/>
          </p:nvPr>
        </p:nvSpPr>
        <p:spPr>
          <a:xfrm>
            <a:off x="374902" y="243600"/>
            <a:ext cx="11429999" cy="755965"/>
          </a:xfrm>
        </p:spPr>
        <p:txBody>
          <a:bodyPr anchor="t">
            <a:normAutofit fontScale="90000"/>
          </a:bodyPr>
          <a:lstStyle/>
          <a:p>
            <a:r>
              <a:rPr lang="en-US" dirty="0"/>
              <a:t>Checking Data Imbalance on Labels</a:t>
            </a:r>
            <a:br>
              <a:rPr lang="en-US" dirty="0"/>
            </a:br>
            <a:br>
              <a:rPr lang="en-US" dirty="0"/>
            </a:br>
            <a:br>
              <a:rPr lang="en-US" dirty="0"/>
            </a:br>
            <a:r>
              <a:rPr lang="en-US" sz="2000" dirty="0">
                <a:solidFill>
                  <a:srgbClr val="1F2328"/>
                </a:solidFill>
                <a:latin typeface="-apple-system"/>
                <a:ea typeface="+mn-ea"/>
                <a:cs typeface="+mn-cs"/>
              </a:rPr>
              <a:t>We Checked Data imbalances post adding labels to each cells </a:t>
            </a:r>
          </a:p>
        </p:txBody>
      </p:sp>
      <p:pic>
        <p:nvPicPr>
          <p:cNvPr id="11" name="Picture 10">
            <a:extLst>
              <a:ext uri="{FF2B5EF4-FFF2-40B4-BE49-F238E27FC236}">
                <a16:creationId xmlns:a16="http://schemas.microsoft.com/office/drawing/2014/main" id="{75AD6299-4E13-C0A4-E48E-69215B0E3131}"/>
              </a:ext>
            </a:extLst>
          </p:cNvPr>
          <p:cNvPicPr>
            <a:picLocks noChangeAspect="1"/>
          </p:cNvPicPr>
          <p:nvPr/>
        </p:nvPicPr>
        <p:blipFill>
          <a:blip r:embed="rId3"/>
          <a:stretch>
            <a:fillRect/>
          </a:stretch>
        </p:blipFill>
        <p:spPr>
          <a:xfrm>
            <a:off x="80682" y="1555377"/>
            <a:ext cx="12192000" cy="4676383"/>
          </a:xfrm>
          <a:prstGeom prst="rect">
            <a:avLst/>
          </a:prstGeom>
        </p:spPr>
      </p:pic>
    </p:spTree>
    <p:extLst>
      <p:ext uri="{BB962C8B-B14F-4D97-AF65-F5344CB8AC3E}">
        <p14:creationId xmlns:p14="http://schemas.microsoft.com/office/powerpoint/2010/main" val="316242895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9588524-FEF8-FEB3-7F65-4284AD6F89EC}"/>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0408727-3C08-7F4C-6148-D8300CDC4BB0}"/>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12/12/2025</a:t>
            </a:fld>
            <a:endParaRPr lang="en-US"/>
          </a:p>
        </p:txBody>
      </p:sp>
      <p:sp>
        <p:nvSpPr>
          <p:cNvPr id="6" name="Slide Number Placeholder 5">
            <a:extLst>
              <a:ext uri="{FF2B5EF4-FFF2-40B4-BE49-F238E27FC236}">
                <a16:creationId xmlns:a16="http://schemas.microsoft.com/office/drawing/2014/main" id="{7EB6D2C8-E5A2-5FFF-1ABA-3DD8C08F36BF}"/>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
        <p:nvSpPr>
          <p:cNvPr id="12" name="TextBox 11">
            <a:extLst>
              <a:ext uri="{FF2B5EF4-FFF2-40B4-BE49-F238E27FC236}">
                <a16:creationId xmlns:a16="http://schemas.microsoft.com/office/drawing/2014/main" id="{F187AD42-E922-56A5-9A79-DD8748DC1F87}"/>
              </a:ext>
            </a:extLst>
          </p:cNvPr>
          <p:cNvSpPr txBox="1"/>
          <p:nvPr/>
        </p:nvSpPr>
        <p:spPr>
          <a:xfrm>
            <a:off x="0" y="145818"/>
            <a:ext cx="6096000" cy="2769989"/>
          </a:xfrm>
          <a:prstGeom prst="rect">
            <a:avLst/>
          </a:prstGeom>
          <a:noFill/>
        </p:spPr>
        <p:txBody>
          <a:bodyPr wrap="square">
            <a:spAutoFit/>
          </a:bodyPr>
          <a:lstStyle/>
          <a:p>
            <a:pPr algn="l">
              <a:spcAft>
                <a:spcPts val="1200"/>
              </a:spcAft>
              <a:buNone/>
            </a:pPr>
            <a:r>
              <a:rPr lang="en-US" sz="2700" dirty="0">
                <a:latin typeface="+mj-lt"/>
                <a:ea typeface="+mj-ea"/>
                <a:cs typeface="Biome" panose="020B0503030204020804" pitchFamily="34" charset="0"/>
              </a:rPr>
              <a:t>Feature Engineering &amp; Preprocessing</a:t>
            </a:r>
          </a:p>
          <a:p>
            <a:pPr algn="l">
              <a:spcAft>
                <a:spcPts val="1200"/>
              </a:spcAft>
              <a:buFont typeface="Arial" panose="020B0604020202020204" pitchFamily="34" charset="0"/>
              <a:buChar char="•"/>
            </a:pPr>
            <a:r>
              <a:rPr lang="en-US" b="0" i="0" dirty="0">
                <a:solidFill>
                  <a:srgbClr val="1F2328"/>
                </a:solidFill>
                <a:effectLst/>
                <a:latin typeface="-apple-system"/>
              </a:rPr>
              <a:t>Handcrafted features extracted per grid cell:</a:t>
            </a:r>
          </a:p>
          <a:p>
            <a:pPr marL="742950" lvl="1" indent="-285750" algn="l">
              <a:spcAft>
                <a:spcPts val="1200"/>
              </a:spcAft>
              <a:buFont typeface="Arial" panose="020B0604020202020204" pitchFamily="34" charset="0"/>
              <a:buChar char="•"/>
            </a:pPr>
            <a:r>
              <a:rPr lang="en-US" b="0" i="0" dirty="0">
                <a:solidFill>
                  <a:srgbClr val="1F2328"/>
                </a:solidFill>
                <a:effectLst/>
                <a:latin typeface="-apple-system"/>
              </a:rPr>
              <a:t>HOG (Histogram of Oriented Gradients) for shape/edge cues</a:t>
            </a:r>
          </a:p>
          <a:p>
            <a:pPr marL="742950" lvl="1" indent="-285750" algn="l">
              <a:spcAft>
                <a:spcPts val="1200"/>
              </a:spcAft>
              <a:buFont typeface="Arial" panose="020B0604020202020204" pitchFamily="34" charset="0"/>
              <a:buChar char="•"/>
            </a:pPr>
            <a:r>
              <a:rPr lang="en-US" b="0" i="0" dirty="0">
                <a:solidFill>
                  <a:srgbClr val="1F2328"/>
                </a:solidFill>
                <a:effectLst/>
                <a:latin typeface="-apple-system"/>
              </a:rPr>
              <a:t>Grayscale intensity &amp; summary statistics for appearance</a:t>
            </a:r>
          </a:p>
        </p:txBody>
      </p:sp>
      <p:pic>
        <p:nvPicPr>
          <p:cNvPr id="14" name="Picture 13">
            <a:extLst>
              <a:ext uri="{FF2B5EF4-FFF2-40B4-BE49-F238E27FC236}">
                <a16:creationId xmlns:a16="http://schemas.microsoft.com/office/drawing/2014/main" id="{37D9682C-1410-76FC-97B6-5E3AF1E62D25}"/>
              </a:ext>
            </a:extLst>
          </p:cNvPr>
          <p:cNvPicPr>
            <a:picLocks noChangeAspect="1"/>
          </p:cNvPicPr>
          <p:nvPr/>
        </p:nvPicPr>
        <p:blipFill>
          <a:blip r:embed="rId3"/>
          <a:stretch>
            <a:fillRect/>
          </a:stretch>
        </p:blipFill>
        <p:spPr>
          <a:xfrm>
            <a:off x="6096000" y="3763496"/>
            <a:ext cx="5051223" cy="2317376"/>
          </a:xfrm>
          <a:prstGeom prst="rect">
            <a:avLst/>
          </a:prstGeom>
        </p:spPr>
      </p:pic>
      <p:pic>
        <p:nvPicPr>
          <p:cNvPr id="16" name="Picture 15">
            <a:extLst>
              <a:ext uri="{FF2B5EF4-FFF2-40B4-BE49-F238E27FC236}">
                <a16:creationId xmlns:a16="http://schemas.microsoft.com/office/drawing/2014/main" id="{0E228B2C-62AF-A4C8-97B6-B35349E41F45}"/>
              </a:ext>
            </a:extLst>
          </p:cNvPr>
          <p:cNvPicPr>
            <a:picLocks noChangeAspect="1"/>
          </p:cNvPicPr>
          <p:nvPr/>
        </p:nvPicPr>
        <p:blipFill>
          <a:blip r:embed="rId4"/>
          <a:stretch>
            <a:fillRect/>
          </a:stretch>
        </p:blipFill>
        <p:spPr>
          <a:xfrm>
            <a:off x="501908" y="2920484"/>
            <a:ext cx="4458322" cy="3467584"/>
          </a:xfrm>
          <a:prstGeom prst="rect">
            <a:avLst/>
          </a:prstGeom>
        </p:spPr>
      </p:pic>
    </p:spTree>
    <p:extLst>
      <p:ext uri="{BB962C8B-B14F-4D97-AF65-F5344CB8AC3E}">
        <p14:creationId xmlns:p14="http://schemas.microsoft.com/office/powerpoint/2010/main" val="302717371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405D6-3F5D-E6AB-8F4A-C2DE88F262F3}"/>
              </a:ext>
            </a:extLst>
          </p:cNvPr>
          <p:cNvSpPr>
            <a:spLocks noGrp="1"/>
          </p:cNvSpPr>
          <p:nvPr>
            <p:ph type="title"/>
          </p:nvPr>
        </p:nvSpPr>
        <p:spPr>
          <a:xfrm>
            <a:off x="380999" y="141515"/>
            <a:ext cx="11610976" cy="692203"/>
          </a:xfrm>
        </p:spPr>
        <p:txBody>
          <a:bodyPr anchor="t">
            <a:normAutofit/>
          </a:bodyPr>
          <a:lstStyle/>
          <a:p>
            <a:r>
              <a:rPr lang="en-US" dirty="0"/>
              <a:t>Model Training and Evaluation – Random Forest And KNN</a:t>
            </a:r>
          </a:p>
        </p:txBody>
      </p:sp>
      <p:sp>
        <p:nvSpPr>
          <p:cNvPr id="4" name="Footer Placeholder 3">
            <a:extLst>
              <a:ext uri="{FF2B5EF4-FFF2-40B4-BE49-F238E27FC236}">
                <a16:creationId xmlns:a16="http://schemas.microsoft.com/office/drawing/2014/main" id="{7BC6B06D-8F80-434A-84D6-02511BF1C072}"/>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4D406BFC-40E8-F728-3C49-1664B9DA3E8C}"/>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12/13/2025</a:t>
            </a:fld>
            <a:endParaRPr lang="en-US"/>
          </a:p>
        </p:txBody>
      </p:sp>
      <p:sp>
        <p:nvSpPr>
          <p:cNvPr id="6" name="Slide Number Placeholder 5">
            <a:extLst>
              <a:ext uri="{FF2B5EF4-FFF2-40B4-BE49-F238E27FC236}">
                <a16:creationId xmlns:a16="http://schemas.microsoft.com/office/drawing/2014/main" id="{17F2D644-1278-A782-C9C5-4035073A4A7D}"/>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graphicFrame>
        <p:nvGraphicFramePr>
          <p:cNvPr id="21" name="Table 20">
            <a:extLst>
              <a:ext uri="{FF2B5EF4-FFF2-40B4-BE49-F238E27FC236}">
                <a16:creationId xmlns:a16="http://schemas.microsoft.com/office/drawing/2014/main" id="{485C728B-00B5-6F51-E9A5-CA2B99A117DD}"/>
              </a:ext>
            </a:extLst>
          </p:cNvPr>
          <p:cNvGraphicFramePr>
            <a:graphicFrameLocks noGrp="1"/>
          </p:cNvGraphicFramePr>
          <p:nvPr>
            <p:extLst>
              <p:ext uri="{D42A27DB-BD31-4B8C-83A1-F6EECF244321}">
                <p14:modId xmlns:p14="http://schemas.microsoft.com/office/powerpoint/2010/main" val="4059844201"/>
              </p:ext>
            </p:extLst>
          </p:nvPr>
        </p:nvGraphicFramePr>
        <p:xfrm>
          <a:off x="589333" y="939613"/>
          <a:ext cx="9792916" cy="4937312"/>
        </p:xfrm>
        <a:graphic>
          <a:graphicData uri="http://schemas.openxmlformats.org/drawingml/2006/table">
            <a:tbl>
              <a:tblPr>
                <a:effectLst>
                  <a:outerShdw blurRad="50800" dist="38100" dir="2700000" algn="tl" rotWithShape="0">
                    <a:prstClr val="black">
                      <a:alpha val="40000"/>
                    </a:prstClr>
                  </a:outerShdw>
                </a:effectLst>
              </a:tblPr>
              <a:tblGrid>
                <a:gridCol w="1398988">
                  <a:extLst>
                    <a:ext uri="{9D8B030D-6E8A-4147-A177-3AD203B41FA5}">
                      <a16:colId xmlns:a16="http://schemas.microsoft.com/office/drawing/2014/main" val="3745787776"/>
                    </a:ext>
                  </a:extLst>
                </a:gridCol>
                <a:gridCol w="1123924">
                  <a:extLst>
                    <a:ext uri="{9D8B030D-6E8A-4147-A177-3AD203B41FA5}">
                      <a16:colId xmlns:a16="http://schemas.microsoft.com/office/drawing/2014/main" val="315781235"/>
                    </a:ext>
                  </a:extLst>
                </a:gridCol>
                <a:gridCol w="1323791">
                  <a:extLst>
                    <a:ext uri="{9D8B030D-6E8A-4147-A177-3AD203B41FA5}">
                      <a16:colId xmlns:a16="http://schemas.microsoft.com/office/drawing/2014/main" val="3718985804"/>
                    </a:ext>
                  </a:extLst>
                </a:gridCol>
                <a:gridCol w="1323791">
                  <a:extLst>
                    <a:ext uri="{9D8B030D-6E8A-4147-A177-3AD203B41FA5}">
                      <a16:colId xmlns:a16="http://schemas.microsoft.com/office/drawing/2014/main" val="406499367"/>
                    </a:ext>
                  </a:extLst>
                </a:gridCol>
                <a:gridCol w="1215285">
                  <a:extLst>
                    <a:ext uri="{9D8B030D-6E8A-4147-A177-3AD203B41FA5}">
                      <a16:colId xmlns:a16="http://schemas.microsoft.com/office/drawing/2014/main" val="4214259754"/>
                    </a:ext>
                  </a:extLst>
                </a:gridCol>
                <a:gridCol w="1334643">
                  <a:extLst>
                    <a:ext uri="{9D8B030D-6E8A-4147-A177-3AD203B41FA5}">
                      <a16:colId xmlns:a16="http://schemas.microsoft.com/office/drawing/2014/main" val="3929732295"/>
                    </a:ext>
                  </a:extLst>
                </a:gridCol>
                <a:gridCol w="2072494">
                  <a:extLst>
                    <a:ext uri="{9D8B030D-6E8A-4147-A177-3AD203B41FA5}">
                      <a16:colId xmlns:a16="http://schemas.microsoft.com/office/drawing/2014/main" val="3886608585"/>
                    </a:ext>
                  </a:extLst>
                </a:gridCol>
              </a:tblGrid>
              <a:tr h="1417716">
                <a:tc>
                  <a:txBody>
                    <a:bodyPr/>
                    <a:lstStyle/>
                    <a:p>
                      <a:pPr>
                        <a:buNone/>
                      </a:pPr>
                      <a:r>
                        <a:rPr lang="en-IN" sz="1700" b="1" dirty="0">
                          <a:effectLst/>
                        </a:rPr>
                        <a:t>Class</a:t>
                      </a:r>
                    </a:p>
                  </a:txBody>
                  <a:tcPr marL="52874" marR="52874" marT="35250" marB="35250" anchor="ctr">
                    <a:lnL w="9525" cap="flat" cmpd="sng" algn="ctr">
                      <a:solidFill>
                        <a:srgbClr val="004509"/>
                      </a:solidFill>
                      <a:prstDash val="solid"/>
                      <a:round/>
                      <a:headEnd type="none" w="med" len="med"/>
                      <a:tailEnd type="none" w="med" len="med"/>
                    </a:lnL>
                    <a:lnR w="9525" cap="flat" cmpd="sng" algn="ctr">
                      <a:solidFill>
                        <a:srgbClr val="304B09"/>
                      </a:solidFill>
                      <a:prstDash val="solid"/>
                      <a:round/>
                      <a:headEnd type="none" w="med" len="med"/>
                      <a:tailEnd type="none" w="med" len="med"/>
                    </a:lnR>
                    <a:lnT w="9525" cap="flat" cmpd="sng" algn="ctr">
                      <a:solidFill>
                        <a:srgbClr val="004509"/>
                      </a:solidFill>
                      <a:prstDash val="solid"/>
                      <a:round/>
                      <a:headEnd type="none" w="med" len="med"/>
                      <a:tailEnd type="none" w="med" len="med"/>
                    </a:lnT>
                    <a:lnB w="9525" cap="flat" cmpd="sng" algn="ctr">
                      <a:solidFill>
                        <a:srgbClr val="A05009"/>
                      </a:solidFill>
                      <a:prstDash val="solid"/>
                      <a:round/>
                      <a:headEnd type="none" w="med" len="med"/>
                      <a:tailEnd type="none" w="med" len="med"/>
                    </a:lnB>
                    <a:noFill/>
                  </a:tcPr>
                </a:tc>
                <a:tc>
                  <a:txBody>
                    <a:bodyPr/>
                    <a:lstStyle/>
                    <a:p>
                      <a:pPr>
                        <a:buNone/>
                      </a:pPr>
                      <a:r>
                        <a:rPr lang="en-IN" sz="1700" b="1" dirty="0">
                          <a:effectLst/>
                        </a:rPr>
                        <a:t>RF Precision</a:t>
                      </a:r>
                    </a:p>
                  </a:txBody>
                  <a:tcPr marL="52874" marR="52874" marT="35250" marB="35250" anchor="ctr">
                    <a:lnL w="9525" cap="flat" cmpd="sng" algn="ctr">
                      <a:solidFill>
                        <a:srgbClr val="304B09"/>
                      </a:solidFill>
                      <a:prstDash val="solid"/>
                      <a:round/>
                      <a:headEnd type="none" w="med" len="med"/>
                      <a:tailEnd type="none" w="med" len="med"/>
                    </a:lnL>
                    <a:lnR w="9525" cap="flat" cmpd="sng" algn="ctr">
                      <a:solidFill>
                        <a:srgbClr val="004809"/>
                      </a:solidFill>
                      <a:prstDash val="solid"/>
                      <a:round/>
                      <a:headEnd type="none" w="med" len="med"/>
                      <a:tailEnd type="none" w="med" len="med"/>
                    </a:lnR>
                    <a:lnT w="9525" cap="flat" cmpd="sng" algn="ctr">
                      <a:solidFill>
                        <a:srgbClr val="304B09"/>
                      </a:solidFill>
                      <a:prstDash val="solid"/>
                      <a:round/>
                      <a:headEnd type="none" w="med" len="med"/>
                      <a:tailEnd type="none" w="med" len="med"/>
                    </a:lnT>
                    <a:lnB w="9525" cap="flat" cmpd="sng" algn="ctr">
                      <a:solidFill>
                        <a:srgbClr val="A04D09"/>
                      </a:solidFill>
                      <a:prstDash val="solid"/>
                      <a:round/>
                      <a:headEnd type="none" w="med" len="med"/>
                      <a:tailEnd type="none" w="med" len="med"/>
                    </a:lnB>
                    <a:noFill/>
                  </a:tcPr>
                </a:tc>
                <a:tc>
                  <a:txBody>
                    <a:bodyPr/>
                    <a:lstStyle/>
                    <a:p>
                      <a:pPr>
                        <a:buNone/>
                      </a:pPr>
                      <a:r>
                        <a:rPr lang="en-IN" sz="1700" b="1" dirty="0">
                          <a:effectLst/>
                        </a:rPr>
                        <a:t>KNN Precision</a:t>
                      </a:r>
                    </a:p>
                  </a:txBody>
                  <a:tcPr marL="52874" marR="52874" marT="35250" marB="35250" anchor="ctr">
                    <a:lnL w="9525" cap="flat" cmpd="sng" algn="ctr">
                      <a:solidFill>
                        <a:srgbClr val="004809"/>
                      </a:solidFill>
                      <a:prstDash val="solid"/>
                      <a:round/>
                      <a:headEnd type="none" w="med" len="med"/>
                      <a:tailEnd type="none" w="med" len="med"/>
                    </a:lnL>
                    <a:lnR w="9525" cap="flat" cmpd="sng" algn="ctr">
                      <a:solidFill>
                        <a:srgbClr val="505209"/>
                      </a:solidFill>
                      <a:prstDash val="solid"/>
                      <a:round/>
                      <a:headEnd type="none" w="med" len="med"/>
                      <a:tailEnd type="none" w="med" len="med"/>
                    </a:lnR>
                    <a:lnT w="9525" cap="flat" cmpd="sng" algn="ctr">
                      <a:solidFill>
                        <a:srgbClr val="004809"/>
                      </a:solidFill>
                      <a:prstDash val="solid"/>
                      <a:round/>
                      <a:headEnd type="none" w="med" len="med"/>
                      <a:tailEnd type="none" w="med" len="med"/>
                    </a:lnT>
                    <a:lnB w="9525" cap="flat" cmpd="sng" algn="ctr">
                      <a:solidFill>
                        <a:srgbClr val="C05A09"/>
                      </a:solidFill>
                      <a:prstDash val="solid"/>
                      <a:round/>
                      <a:headEnd type="none" w="med" len="med"/>
                      <a:tailEnd type="none" w="med" len="med"/>
                    </a:lnB>
                    <a:noFill/>
                  </a:tcPr>
                </a:tc>
                <a:tc>
                  <a:txBody>
                    <a:bodyPr/>
                    <a:lstStyle/>
                    <a:p>
                      <a:pPr>
                        <a:buNone/>
                      </a:pPr>
                      <a:r>
                        <a:rPr lang="en-IN" sz="1700" b="1" dirty="0">
                          <a:effectLst/>
                        </a:rPr>
                        <a:t>RF Recall</a:t>
                      </a:r>
                    </a:p>
                  </a:txBody>
                  <a:tcPr marL="52874" marR="52874" marT="35250" marB="35250" anchor="ctr">
                    <a:lnL w="9525" cap="flat" cmpd="sng" algn="ctr">
                      <a:solidFill>
                        <a:srgbClr val="505209"/>
                      </a:solidFill>
                      <a:prstDash val="solid"/>
                      <a:round/>
                      <a:headEnd type="none" w="med" len="med"/>
                      <a:tailEnd type="none" w="med" len="med"/>
                    </a:lnL>
                    <a:lnR w="9525" cap="flat" cmpd="sng" algn="ctr">
                      <a:solidFill>
                        <a:srgbClr val="A05309"/>
                      </a:solidFill>
                      <a:prstDash val="solid"/>
                      <a:round/>
                      <a:headEnd type="none" w="med" len="med"/>
                      <a:tailEnd type="none" w="med" len="med"/>
                    </a:lnR>
                    <a:lnT w="9525" cap="flat" cmpd="sng" algn="ctr">
                      <a:solidFill>
                        <a:srgbClr val="505209"/>
                      </a:solidFill>
                      <a:prstDash val="solid"/>
                      <a:round/>
                      <a:headEnd type="none" w="med" len="med"/>
                      <a:tailEnd type="none" w="med" len="med"/>
                    </a:lnT>
                    <a:lnB w="9525" cap="flat" cmpd="sng" algn="ctr">
                      <a:solidFill>
                        <a:srgbClr val="B05B09"/>
                      </a:solidFill>
                      <a:prstDash val="solid"/>
                      <a:round/>
                      <a:headEnd type="none" w="med" len="med"/>
                      <a:tailEnd type="none" w="med" len="med"/>
                    </a:lnB>
                    <a:noFill/>
                  </a:tcPr>
                </a:tc>
                <a:tc>
                  <a:txBody>
                    <a:bodyPr/>
                    <a:lstStyle/>
                    <a:p>
                      <a:pPr>
                        <a:buNone/>
                      </a:pPr>
                      <a:r>
                        <a:rPr lang="en-IN" sz="1700" b="1" dirty="0">
                          <a:effectLst/>
                        </a:rPr>
                        <a:t>KNN Recall</a:t>
                      </a:r>
                    </a:p>
                  </a:txBody>
                  <a:tcPr marL="52874" marR="52874" marT="35250" marB="35250" anchor="ctr">
                    <a:lnL w="9525" cap="flat" cmpd="sng" algn="ctr">
                      <a:solidFill>
                        <a:srgbClr val="A05309"/>
                      </a:solidFill>
                      <a:prstDash val="solid"/>
                      <a:round/>
                      <a:headEnd type="none" w="med" len="med"/>
                      <a:tailEnd type="none" w="med" len="med"/>
                    </a:lnL>
                    <a:lnR w="9525" cap="flat" cmpd="sng" algn="ctr">
                      <a:solidFill>
                        <a:srgbClr val="605109"/>
                      </a:solidFill>
                      <a:prstDash val="solid"/>
                      <a:round/>
                      <a:headEnd type="none" w="med" len="med"/>
                      <a:tailEnd type="none" w="med" len="med"/>
                    </a:lnR>
                    <a:lnT w="9525" cap="flat" cmpd="sng" algn="ctr">
                      <a:solidFill>
                        <a:srgbClr val="A05309"/>
                      </a:solidFill>
                      <a:prstDash val="solid"/>
                      <a:round/>
                      <a:headEnd type="none" w="med" len="med"/>
                      <a:tailEnd type="none" w="med" len="med"/>
                    </a:lnT>
                    <a:lnB w="9525" cap="flat" cmpd="sng" algn="ctr">
                      <a:solidFill>
                        <a:srgbClr val="905D09"/>
                      </a:solidFill>
                      <a:prstDash val="solid"/>
                      <a:round/>
                      <a:headEnd type="none" w="med" len="med"/>
                      <a:tailEnd type="none" w="med" len="med"/>
                    </a:lnB>
                    <a:noFill/>
                  </a:tcPr>
                </a:tc>
                <a:tc>
                  <a:txBody>
                    <a:bodyPr/>
                    <a:lstStyle/>
                    <a:p>
                      <a:pPr>
                        <a:buNone/>
                      </a:pPr>
                      <a:r>
                        <a:rPr lang="en-IN" sz="1700" b="1" dirty="0">
                          <a:effectLst/>
                        </a:rPr>
                        <a:t>RF F1-Score</a:t>
                      </a:r>
                    </a:p>
                  </a:txBody>
                  <a:tcPr marL="52874" marR="52874" marT="35250" marB="35250" anchor="ctr">
                    <a:lnL w="9525" cap="flat" cmpd="sng" algn="ctr">
                      <a:solidFill>
                        <a:srgbClr val="605109"/>
                      </a:solidFill>
                      <a:prstDash val="solid"/>
                      <a:round/>
                      <a:headEnd type="none" w="med" len="med"/>
                      <a:tailEnd type="none" w="med" len="med"/>
                    </a:lnL>
                    <a:lnR w="9525" cap="flat" cmpd="sng" algn="ctr">
                      <a:solidFill>
                        <a:srgbClr val="205809"/>
                      </a:solidFill>
                      <a:prstDash val="solid"/>
                      <a:round/>
                      <a:headEnd type="none" w="med" len="med"/>
                      <a:tailEnd type="none" w="med" len="med"/>
                    </a:lnR>
                    <a:lnT w="9525" cap="flat" cmpd="sng" algn="ctr">
                      <a:solidFill>
                        <a:srgbClr val="605109"/>
                      </a:solidFill>
                      <a:prstDash val="solid"/>
                      <a:round/>
                      <a:headEnd type="none" w="med" len="med"/>
                      <a:tailEnd type="none" w="med" len="med"/>
                    </a:lnT>
                    <a:lnB w="9525" cap="flat" cmpd="sng" algn="ctr">
                      <a:solidFill>
                        <a:srgbClr val="206109"/>
                      </a:solidFill>
                      <a:prstDash val="solid"/>
                      <a:round/>
                      <a:headEnd type="none" w="med" len="med"/>
                      <a:tailEnd type="none" w="med" len="med"/>
                    </a:lnB>
                    <a:noFill/>
                  </a:tcPr>
                </a:tc>
                <a:tc>
                  <a:txBody>
                    <a:bodyPr/>
                    <a:lstStyle/>
                    <a:p>
                      <a:pPr>
                        <a:buNone/>
                      </a:pPr>
                      <a:r>
                        <a:rPr lang="en-IN" sz="1700" b="1" dirty="0">
                          <a:effectLst/>
                        </a:rPr>
                        <a:t>KNN F1-Score</a:t>
                      </a:r>
                    </a:p>
                  </a:txBody>
                  <a:tcPr marL="52874" marR="52874" marT="35250" marB="35250" anchor="ctr">
                    <a:lnL w="9525" cap="flat" cmpd="sng" algn="ctr">
                      <a:solidFill>
                        <a:srgbClr val="205809"/>
                      </a:solidFill>
                      <a:prstDash val="solid"/>
                      <a:round/>
                      <a:headEnd type="none" w="med" len="med"/>
                      <a:tailEnd type="none" w="med" len="med"/>
                    </a:lnL>
                    <a:lnR w="9525" cap="flat" cmpd="sng" algn="ctr">
                      <a:solidFill>
                        <a:srgbClr val="205809"/>
                      </a:solidFill>
                      <a:prstDash val="solid"/>
                      <a:round/>
                      <a:headEnd type="none" w="med" len="med"/>
                      <a:tailEnd type="none" w="med" len="med"/>
                    </a:lnR>
                    <a:lnT w="9525" cap="flat" cmpd="sng" algn="ctr">
                      <a:solidFill>
                        <a:srgbClr val="205809"/>
                      </a:solidFill>
                      <a:prstDash val="solid"/>
                      <a:round/>
                      <a:headEnd type="none" w="med" len="med"/>
                      <a:tailEnd type="none" w="med" len="med"/>
                    </a:lnT>
                    <a:lnB w="9525" cap="flat" cmpd="sng" algn="ctr">
                      <a:solidFill>
                        <a:srgbClr val="C05A09"/>
                      </a:solidFill>
                      <a:prstDash val="solid"/>
                      <a:round/>
                      <a:headEnd type="none" w="med" len="med"/>
                      <a:tailEnd type="none" w="med" len="med"/>
                    </a:lnB>
                    <a:noFill/>
                  </a:tcPr>
                </a:tc>
                <a:extLst>
                  <a:ext uri="{0D108BD9-81ED-4DB2-BD59-A6C34878D82A}">
                    <a16:rowId xmlns:a16="http://schemas.microsoft.com/office/drawing/2014/main" val="2746159399"/>
                  </a:ext>
                </a:extLst>
              </a:tr>
              <a:tr h="879899">
                <a:tc>
                  <a:txBody>
                    <a:bodyPr/>
                    <a:lstStyle/>
                    <a:p>
                      <a:pPr>
                        <a:buNone/>
                      </a:pPr>
                      <a:r>
                        <a:rPr lang="en-IN" sz="1700" b="1" dirty="0" err="1">
                          <a:effectLst/>
                        </a:rPr>
                        <a:t>no_object</a:t>
                      </a:r>
                      <a:endParaRPr lang="en-IN" sz="1700" b="1" dirty="0">
                        <a:effectLst/>
                      </a:endParaRPr>
                    </a:p>
                  </a:txBody>
                  <a:tcPr marL="52874" marR="52874" marT="35250" marB="35250" anchor="ctr">
                    <a:lnL w="9525" cap="flat" cmpd="sng" algn="ctr">
                      <a:solidFill>
                        <a:srgbClr val="A05009"/>
                      </a:solidFill>
                      <a:prstDash val="solid"/>
                      <a:round/>
                      <a:headEnd type="none" w="med" len="med"/>
                      <a:tailEnd type="none" w="med" len="med"/>
                    </a:lnL>
                    <a:lnR w="9525" cap="flat" cmpd="sng" algn="ctr">
                      <a:solidFill>
                        <a:srgbClr val="A04D09"/>
                      </a:solidFill>
                      <a:prstDash val="solid"/>
                      <a:round/>
                      <a:headEnd type="none" w="med" len="med"/>
                      <a:tailEnd type="none" w="med" len="med"/>
                    </a:lnR>
                    <a:lnT w="9525" cap="flat" cmpd="sng" algn="ctr">
                      <a:solidFill>
                        <a:srgbClr val="A05009"/>
                      </a:solidFill>
                      <a:prstDash val="solid"/>
                      <a:round/>
                      <a:headEnd type="none" w="med" len="med"/>
                      <a:tailEnd type="none" w="med" len="med"/>
                    </a:lnT>
                    <a:lnB w="9525" cap="flat" cmpd="sng" algn="ctr">
                      <a:solidFill>
                        <a:srgbClr val="105C09"/>
                      </a:solidFill>
                      <a:prstDash val="solid"/>
                      <a:round/>
                      <a:headEnd type="none" w="med" len="med"/>
                      <a:tailEnd type="none" w="med" len="med"/>
                    </a:lnB>
                    <a:noFill/>
                  </a:tcPr>
                </a:tc>
                <a:tc>
                  <a:txBody>
                    <a:bodyPr/>
                    <a:lstStyle/>
                    <a:p>
                      <a:pPr>
                        <a:buNone/>
                      </a:pPr>
                      <a:r>
                        <a:rPr lang="en-IN" sz="1700" dirty="0">
                          <a:effectLst/>
                        </a:rPr>
                        <a:t>0.80</a:t>
                      </a:r>
                    </a:p>
                  </a:txBody>
                  <a:tcPr marL="52874" marR="52874" marT="35250" marB="35250" anchor="ctr">
                    <a:lnL w="9525" cap="flat" cmpd="sng" algn="ctr">
                      <a:solidFill>
                        <a:srgbClr val="A04D09"/>
                      </a:solidFill>
                      <a:prstDash val="solid"/>
                      <a:round/>
                      <a:headEnd type="none" w="med" len="med"/>
                      <a:tailEnd type="none" w="med" len="med"/>
                    </a:lnL>
                    <a:lnR w="9525" cap="flat" cmpd="sng" algn="ctr">
                      <a:solidFill>
                        <a:srgbClr val="C05A09"/>
                      </a:solidFill>
                      <a:prstDash val="solid"/>
                      <a:round/>
                      <a:headEnd type="none" w="med" len="med"/>
                      <a:tailEnd type="none" w="med" len="med"/>
                    </a:lnR>
                    <a:lnT w="9525" cap="flat" cmpd="sng" algn="ctr">
                      <a:solidFill>
                        <a:srgbClr val="A04D09"/>
                      </a:solidFill>
                      <a:prstDash val="solid"/>
                      <a:round/>
                      <a:headEnd type="none" w="med" len="med"/>
                      <a:tailEnd type="none" w="med" len="med"/>
                    </a:lnT>
                    <a:lnB w="9525" cap="flat" cmpd="sng" algn="ctr">
                      <a:solidFill>
                        <a:srgbClr val="306F09"/>
                      </a:solidFill>
                      <a:prstDash val="solid"/>
                      <a:round/>
                      <a:headEnd type="none" w="med" len="med"/>
                      <a:tailEnd type="none" w="med" len="med"/>
                    </a:lnB>
                    <a:noFill/>
                  </a:tcPr>
                </a:tc>
                <a:tc>
                  <a:txBody>
                    <a:bodyPr/>
                    <a:lstStyle/>
                    <a:p>
                      <a:pPr>
                        <a:buNone/>
                      </a:pPr>
                      <a:r>
                        <a:rPr lang="en-IN" sz="1700" dirty="0">
                          <a:effectLst/>
                        </a:rPr>
                        <a:t>0.81</a:t>
                      </a:r>
                    </a:p>
                  </a:txBody>
                  <a:tcPr marL="52874" marR="52874" marT="35250" marB="35250" anchor="ctr">
                    <a:lnL w="9525" cap="flat" cmpd="sng" algn="ctr">
                      <a:solidFill>
                        <a:srgbClr val="C05A09"/>
                      </a:solidFill>
                      <a:prstDash val="solid"/>
                      <a:round/>
                      <a:headEnd type="none" w="med" len="med"/>
                      <a:tailEnd type="none" w="med" len="med"/>
                    </a:lnL>
                    <a:lnR w="9525" cap="flat" cmpd="sng" algn="ctr">
                      <a:solidFill>
                        <a:srgbClr val="B05B09"/>
                      </a:solidFill>
                      <a:prstDash val="solid"/>
                      <a:round/>
                      <a:headEnd type="none" w="med" len="med"/>
                      <a:tailEnd type="none" w="med" len="med"/>
                    </a:lnR>
                    <a:lnT w="9525" cap="flat" cmpd="sng" algn="ctr">
                      <a:solidFill>
                        <a:srgbClr val="C05A09"/>
                      </a:solidFill>
                      <a:prstDash val="solid"/>
                      <a:round/>
                      <a:headEnd type="none" w="med" len="med"/>
                      <a:tailEnd type="none" w="med" len="med"/>
                    </a:lnT>
                    <a:lnB w="9525" cap="flat" cmpd="sng" algn="ctr">
                      <a:solidFill>
                        <a:srgbClr val="507009"/>
                      </a:solidFill>
                      <a:prstDash val="solid"/>
                      <a:round/>
                      <a:headEnd type="none" w="med" len="med"/>
                      <a:tailEnd type="none" w="med" len="med"/>
                    </a:lnB>
                    <a:noFill/>
                  </a:tcPr>
                </a:tc>
                <a:tc>
                  <a:txBody>
                    <a:bodyPr/>
                    <a:lstStyle/>
                    <a:p>
                      <a:pPr>
                        <a:buNone/>
                      </a:pPr>
                      <a:r>
                        <a:rPr lang="en-IN" sz="1700" dirty="0">
                          <a:effectLst/>
                        </a:rPr>
                        <a:t>0.96</a:t>
                      </a:r>
                    </a:p>
                  </a:txBody>
                  <a:tcPr marL="52874" marR="52874" marT="35250" marB="35250" anchor="ctr">
                    <a:lnL w="9525" cap="flat" cmpd="sng" algn="ctr">
                      <a:solidFill>
                        <a:srgbClr val="B05B09"/>
                      </a:solidFill>
                      <a:prstDash val="solid"/>
                      <a:round/>
                      <a:headEnd type="none" w="med" len="med"/>
                      <a:tailEnd type="none" w="med" len="med"/>
                    </a:lnL>
                    <a:lnR w="9525" cap="flat" cmpd="sng" algn="ctr">
                      <a:solidFill>
                        <a:srgbClr val="905D09"/>
                      </a:solidFill>
                      <a:prstDash val="solid"/>
                      <a:round/>
                      <a:headEnd type="none" w="med" len="med"/>
                      <a:tailEnd type="none" w="med" len="med"/>
                    </a:lnR>
                    <a:lnT w="9525" cap="flat" cmpd="sng" algn="ctr">
                      <a:solidFill>
                        <a:srgbClr val="B05B09"/>
                      </a:solidFill>
                      <a:prstDash val="solid"/>
                      <a:round/>
                      <a:headEnd type="none" w="med" len="med"/>
                      <a:tailEnd type="none" w="med" len="med"/>
                    </a:lnT>
                    <a:lnB w="9525" cap="flat" cmpd="sng" algn="ctr">
                      <a:solidFill>
                        <a:srgbClr val="406B09"/>
                      </a:solidFill>
                      <a:prstDash val="solid"/>
                      <a:round/>
                      <a:headEnd type="none" w="med" len="med"/>
                      <a:tailEnd type="none" w="med" len="med"/>
                    </a:lnB>
                    <a:noFill/>
                  </a:tcPr>
                </a:tc>
                <a:tc>
                  <a:txBody>
                    <a:bodyPr/>
                    <a:lstStyle/>
                    <a:p>
                      <a:pPr>
                        <a:buNone/>
                      </a:pPr>
                      <a:r>
                        <a:rPr lang="en-IN" sz="1700" dirty="0">
                          <a:effectLst/>
                        </a:rPr>
                        <a:t>0.92</a:t>
                      </a:r>
                    </a:p>
                  </a:txBody>
                  <a:tcPr marL="52874" marR="52874" marT="35250" marB="35250" anchor="ctr">
                    <a:lnL w="9525" cap="flat" cmpd="sng" algn="ctr">
                      <a:solidFill>
                        <a:srgbClr val="905D09"/>
                      </a:solidFill>
                      <a:prstDash val="solid"/>
                      <a:round/>
                      <a:headEnd type="none" w="med" len="med"/>
                      <a:tailEnd type="none" w="med" len="med"/>
                    </a:lnL>
                    <a:lnR w="9525" cap="flat" cmpd="sng" algn="ctr">
                      <a:solidFill>
                        <a:srgbClr val="206109"/>
                      </a:solidFill>
                      <a:prstDash val="solid"/>
                      <a:round/>
                      <a:headEnd type="none" w="med" len="med"/>
                      <a:tailEnd type="none" w="med" len="med"/>
                    </a:lnR>
                    <a:lnT w="9525" cap="flat" cmpd="sng" algn="ctr">
                      <a:solidFill>
                        <a:srgbClr val="905D09"/>
                      </a:solidFill>
                      <a:prstDash val="solid"/>
                      <a:round/>
                      <a:headEnd type="none" w="med" len="med"/>
                      <a:tailEnd type="none" w="med" len="med"/>
                    </a:lnT>
                    <a:lnB w="9525" cap="flat" cmpd="sng" algn="ctr">
                      <a:solidFill>
                        <a:srgbClr val="E07009"/>
                      </a:solidFill>
                      <a:prstDash val="solid"/>
                      <a:round/>
                      <a:headEnd type="none" w="med" len="med"/>
                      <a:tailEnd type="none" w="med" len="med"/>
                    </a:lnB>
                    <a:noFill/>
                  </a:tcPr>
                </a:tc>
                <a:tc>
                  <a:txBody>
                    <a:bodyPr/>
                    <a:lstStyle/>
                    <a:p>
                      <a:pPr>
                        <a:buNone/>
                      </a:pPr>
                      <a:r>
                        <a:rPr lang="en-IN" sz="1700" dirty="0">
                          <a:effectLst/>
                        </a:rPr>
                        <a:t>0.87</a:t>
                      </a:r>
                    </a:p>
                  </a:txBody>
                  <a:tcPr marL="52874" marR="52874" marT="35250" marB="35250" anchor="ctr">
                    <a:lnL w="9525" cap="flat" cmpd="sng" algn="ctr">
                      <a:solidFill>
                        <a:srgbClr val="206109"/>
                      </a:solidFill>
                      <a:prstDash val="solid"/>
                      <a:round/>
                      <a:headEnd type="none" w="med" len="med"/>
                      <a:tailEnd type="none" w="med" len="med"/>
                    </a:lnL>
                    <a:lnR w="9525" cap="flat" cmpd="sng" algn="ctr">
                      <a:solidFill>
                        <a:srgbClr val="C05A09"/>
                      </a:solidFill>
                      <a:prstDash val="solid"/>
                      <a:round/>
                      <a:headEnd type="none" w="med" len="med"/>
                      <a:tailEnd type="none" w="med" len="med"/>
                    </a:lnR>
                    <a:lnT w="9525" cap="flat" cmpd="sng" algn="ctr">
                      <a:solidFill>
                        <a:srgbClr val="206109"/>
                      </a:solidFill>
                      <a:prstDash val="solid"/>
                      <a:round/>
                      <a:headEnd type="none" w="med" len="med"/>
                      <a:tailEnd type="none" w="med" len="med"/>
                    </a:lnT>
                    <a:lnB w="9525" cap="flat" cmpd="sng" algn="ctr">
                      <a:solidFill>
                        <a:srgbClr val="F06C09"/>
                      </a:solidFill>
                      <a:prstDash val="solid"/>
                      <a:round/>
                      <a:headEnd type="none" w="med" len="med"/>
                      <a:tailEnd type="none" w="med" len="med"/>
                    </a:lnB>
                    <a:noFill/>
                  </a:tcPr>
                </a:tc>
                <a:tc>
                  <a:txBody>
                    <a:bodyPr/>
                    <a:lstStyle/>
                    <a:p>
                      <a:pPr>
                        <a:buNone/>
                      </a:pPr>
                      <a:r>
                        <a:rPr lang="en-IN" sz="1700" dirty="0">
                          <a:effectLst/>
                        </a:rPr>
                        <a:t>0.86</a:t>
                      </a:r>
                    </a:p>
                  </a:txBody>
                  <a:tcPr marL="52874" marR="52874" marT="35250" marB="35250" anchor="ctr">
                    <a:lnL w="9525" cap="flat" cmpd="sng" algn="ctr">
                      <a:solidFill>
                        <a:srgbClr val="C05A09"/>
                      </a:solidFill>
                      <a:prstDash val="solid"/>
                      <a:round/>
                      <a:headEnd type="none" w="med" len="med"/>
                      <a:tailEnd type="none" w="med" len="med"/>
                    </a:lnL>
                    <a:lnR w="9525" cap="flat" cmpd="sng" algn="ctr">
                      <a:solidFill>
                        <a:srgbClr val="C05A09"/>
                      </a:solidFill>
                      <a:prstDash val="solid"/>
                      <a:round/>
                      <a:headEnd type="none" w="med" len="med"/>
                      <a:tailEnd type="none" w="med" len="med"/>
                    </a:lnR>
                    <a:lnT w="9525" cap="flat" cmpd="sng" algn="ctr">
                      <a:solidFill>
                        <a:srgbClr val="C05A09"/>
                      </a:solidFill>
                      <a:prstDash val="solid"/>
                      <a:round/>
                      <a:headEnd type="none" w="med" len="med"/>
                      <a:tailEnd type="none" w="med" len="med"/>
                    </a:lnT>
                    <a:lnB w="9525" cap="flat" cmpd="sng" algn="ctr">
                      <a:solidFill>
                        <a:srgbClr val="A06509"/>
                      </a:solidFill>
                      <a:prstDash val="solid"/>
                      <a:round/>
                      <a:headEnd type="none" w="med" len="med"/>
                      <a:tailEnd type="none" w="med" len="med"/>
                    </a:lnB>
                    <a:noFill/>
                  </a:tcPr>
                </a:tc>
                <a:extLst>
                  <a:ext uri="{0D108BD9-81ED-4DB2-BD59-A6C34878D82A}">
                    <a16:rowId xmlns:a16="http://schemas.microsoft.com/office/drawing/2014/main" val="387354284"/>
                  </a:ext>
                </a:extLst>
              </a:tr>
              <a:tr h="879899">
                <a:tc>
                  <a:txBody>
                    <a:bodyPr/>
                    <a:lstStyle/>
                    <a:p>
                      <a:pPr>
                        <a:buNone/>
                      </a:pPr>
                      <a:r>
                        <a:rPr lang="en-IN" sz="1700" b="1" dirty="0">
                          <a:effectLst/>
                        </a:rPr>
                        <a:t>ball</a:t>
                      </a:r>
                    </a:p>
                  </a:txBody>
                  <a:tcPr marL="52874" marR="52874" marT="35250" marB="35250" anchor="ctr">
                    <a:lnL w="9525" cap="flat" cmpd="sng" algn="ctr">
                      <a:solidFill>
                        <a:srgbClr val="105C09"/>
                      </a:solidFill>
                      <a:prstDash val="solid"/>
                      <a:round/>
                      <a:headEnd type="none" w="med" len="med"/>
                      <a:tailEnd type="none" w="med" len="med"/>
                    </a:lnL>
                    <a:lnR w="9525" cap="flat" cmpd="sng" algn="ctr">
                      <a:solidFill>
                        <a:srgbClr val="306F09"/>
                      </a:solidFill>
                      <a:prstDash val="solid"/>
                      <a:round/>
                      <a:headEnd type="none" w="med" len="med"/>
                      <a:tailEnd type="none" w="med" len="med"/>
                    </a:lnR>
                    <a:lnT w="9525" cap="flat" cmpd="sng" algn="ctr">
                      <a:solidFill>
                        <a:srgbClr val="105C09"/>
                      </a:solidFill>
                      <a:prstDash val="solid"/>
                      <a:round/>
                      <a:headEnd type="none" w="med" len="med"/>
                      <a:tailEnd type="none" w="med" len="med"/>
                    </a:lnT>
                    <a:lnB w="9525" cap="flat" cmpd="sng" algn="ctr">
                      <a:solidFill>
                        <a:srgbClr val="806709"/>
                      </a:solidFill>
                      <a:prstDash val="solid"/>
                      <a:round/>
                      <a:headEnd type="none" w="med" len="med"/>
                      <a:tailEnd type="none" w="med" len="med"/>
                    </a:lnB>
                    <a:noFill/>
                  </a:tcPr>
                </a:tc>
                <a:tc>
                  <a:txBody>
                    <a:bodyPr/>
                    <a:lstStyle/>
                    <a:p>
                      <a:pPr>
                        <a:buNone/>
                      </a:pPr>
                      <a:r>
                        <a:rPr lang="en-IN" sz="1700" dirty="0">
                          <a:effectLst/>
                        </a:rPr>
                        <a:t>0.85</a:t>
                      </a:r>
                    </a:p>
                  </a:txBody>
                  <a:tcPr marL="52874" marR="52874" marT="35250" marB="35250" anchor="ctr">
                    <a:lnL w="9525" cap="flat" cmpd="sng" algn="ctr">
                      <a:solidFill>
                        <a:srgbClr val="306F09"/>
                      </a:solidFill>
                      <a:prstDash val="solid"/>
                      <a:round/>
                      <a:headEnd type="none" w="med" len="med"/>
                      <a:tailEnd type="none" w="med" len="med"/>
                    </a:lnL>
                    <a:lnR w="9525" cap="flat" cmpd="sng" algn="ctr">
                      <a:solidFill>
                        <a:srgbClr val="507009"/>
                      </a:solidFill>
                      <a:prstDash val="solid"/>
                      <a:round/>
                      <a:headEnd type="none" w="med" len="med"/>
                      <a:tailEnd type="none" w="med" len="med"/>
                    </a:lnR>
                    <a:lnT w="9525" cap="flat" cmpd="sng" algn="ctr">
                      <a:solidFill>
                        <a:srgbClr val="306F09"/>
                      </a:solidFill>
                      <a:prstDash val="solid"/>
                      <a:round/>
                      <a:headEnd type="none" w="med" len="med"/>
                      <a:tailEnd type="none" w="med" len="med"/>
                    </a:lnT>
                    <a:lnB w="9525" cap="flat" cmpd="sng" algn="ctr">
                      <a:solidFill>
                        <a:srgbClr val="507C09"/>
                      </a:solidFill>
                      <a:prstDash val="solid"/>
                      <a:round/>
                      <a:headEnd type="none" w="med" len="med"/>
                      <a:tailEnd type="none" w="med" len="med"/>
                    </a:lnB>
                    <a:noFill/>
                  </a:tcPr>
                </a:tc>
                <a:tc>
                  <a:txBody>
                    <a:bodyPr/>
                    <a:lstStyle/>
                    <a:p>
                      <a:pPr>
                        <a:buNone/>
                      </a:pPr>
                      <a:r>
                        <a:rPr lang="en-IN" sz="1700" dirty="0">
                          <a:effectLst/>
                        </a:rPr>
                        <a:t>0.86</a:t>
                      </a:r>
                    </a:p>
                  </a:txBody>
                  <a:tcPr marL="52874" marR="52874" marT="35250" marB="35250" anchor="ctr">
                    <a:lnL w="9525" cap="flat" cmpd="sng" algn="ctr">
                      <a:solidFill>
                        <a:srgbClr val="507009"/>
                      </a:solidFill>
                      <a:prstDash val="solid"/>
                      <a:round/>
                      <a:headEnd type="none" w="med" len="med"/>
                      <a:tailEnd type="none" w="med" len="med"/>
                    </a:lnL>
                    <a:lnR w="9525" cap="flat" cmpd="sng" algn="ctr">
                      <a:solidFill>
                        <a:srgbClr val="406B09"/>
                      </a:solidFill>
                      <a:prstDash val="solid"/>
                      <a:round/>
                      <a:headEnd type="none" w="med" len="med"/>
                      <a:tailEnd type="none" w="med" len="med"/>
                    </a:lnR>
                    <a:lnT w="9525" cap="flat" cmpd="sng" algn="ctr">
                      <a:solidFill>
                        <a:srgbClr val="507009"/>
                      </a:solidFill>
                      <a:prstDash val="solid"/>
                      <a:round/>
                      <a:headEnd type="none" w="med" len="med"/>
                      <a:tailEnd type="none" w="med" len="med"/>
                    </a:lnT>
                    <a:lnB w="9525" cap="flat" cmpd="sng" algn="ctr">
                      <a:solidFill>
                        <a:srgbClr val="D07409"/>
                      </a:solidFill>
                      <a:prstDash val="solid"/>
                      <a:round/>
                      <a:headEnd type="none" w="med" len="med"/>
                      <a:tailEnd type="none" w="med" len="med"/>
                    </a:lnB>
                    <a:noFill/>
                  </a:tcPr>
                </a:tc>
                <a:tc>
                  <a:txBody>
                    <a:bodyPr/>
                    <a:lstStyle/>
                    <a:p>
                      <a:pPr>
                        <a:buNone/>
                      </a:pPr>
                      <a:r>
                        <a:rPr lang="en-IN" sz="1700" dirty="0">
                          <a:effectLst/>
                        </a:rPr>
                        <a:t>0.80</a:t>
                      </a:r>
                    </a:p>
                  </a:txBody>
                  <a:tcPr marL="52874" marR="52874" marT="35250" marB="35250" anchor="ctr">
                    <a:lnL w="9525" cap="flat" cmpd="sng" algn="ctr">
                      <a:solidFill>
                        <a:srgbClr val="406B09"/>
                      </a:solidFill>
                      <a:prstDash val="solid"/>
                      <a:round/>
                      <a:headEnd type="none" w="med" len="med"/>
                      <a:tailEnd type="none" w="med" len="med"/>
                    </a:lnL>
                    <a:lnR w="9525" cap="flat" cmpd="sng" algn="ctr">
                      <a:solidFill>
                        <a:srgbClr val="E07009"/>
                      </a:solidFill>
                      <a:prstDash val="solid"/>
                      <a:round/>
                      <a:headEnd type="none" w="med" len="med"/>
                      <a:tailEnd type="none" w="med" len="med"/>
                    </a:lnR>
                    <a:lnT w="9525" cap="flat" cmpd="sng" algn="ctr">
                      <a:solidFill>
                        <a:srgbClr val="406B09"/>
                      </a:solidFill>
                      <a:prstDash val="solid"/>
                      <a:round/>
                      <a:headEnd type="none" w="med" len="med"/>
                      <a:tailEnd type="none" w="med" len="med"/>
                    </a:lnT>
                    <a:lnB w="9525" cap="flat" cmpd="sng" algn="ctr">
                      <a:solidFill>
                        <a:srgbClr val="D08309"/>
                      </a:solidFill>
                      <a:prstDash val="solid"/>
                      <a:round/>
                      <a:headEnd type="none" w="med" len="med"/>
                      <a:tailEnd type="none" w="med" len="med"/>
                    </a:lnB>
                    <a:noFill/>
                  </a:tcPr>
                </a:tc>
                <a:tc>
                  <a:txBody>
                    <a:bodyPr/>
                    <a:lstStyle/>
                    <a:p>
                      <a:pPr>
                        <a:buNone/>
                      </a:pPr>
                      <a:r>
                        <a:rPr lang="en-IN" sz="1700" dirty="0">
                          <a:effectLst/>
                        </a:rPr>
                        <a:t>0.70</a:t>
                      </a:r>
                    </a:p>
                  </a:txBody>
                  <a:tcPr marL="52874" marR="52874" marT="35250" marB="35250" anchor="ctr">
                    <a:lnL w="9525" cap="flat" cmpd="sng" algn="ctr">
                      <a:solidFill>
                        <a:srgbClr val="E07009"/>
                      </a:solidFill>
                      <a:prstDash val="solid"/>
                      <a:round/>
                      <a:headEnd type="none" w="med" len="med"/>
                      <a:tailEnd type="none" w="med" len="med"/>
                    </a:lnL>
                    <a:lnR w="9525" cap="flat" cmpd="sng" algn="ctr">
                      <a:solidFill>
                        <a:srgbClr val="F06C09"/>
                      </a:solidFill>
                      <a:prstDash val="solid"/>
                      <a:round/>
                      <a:headEnd type="none" w="med" len="med"/>
                      <a:tailEnd type="none" w="med" len="med"/>
                    </a:lnR>
                    <a:lnT w="9525" cap="flat" cmpd="sng" algn="ctr">
                      <a:solidFill>
                        <a:srgbClr val="E07009"/>
                      </a:solidFill>
                      <a:prstDash val="solid"/>
                      <a:round/>
                      <a:headEnd type="none" w="med" len="med"/>
                      <a:tailEnd type="none" w="med" len="med"/>
                    </a:lnT>
                    <a:lnB w="9525" cap="flat" cmpd="sng" algn="ctr">
                      <a:solidFill>
                        <a:srgbClr val="A07D09"/>
                      </a:solidFill>
                      <a:prstDash val="solid"/>
                      <a:round/>
                      <a:headEnd type="none" w="med" len="med"/>
                      <a:tailEnd type="none" w="med" len="med"/>
                    </a:lnB>
                    <a:noFill/>
                  </a:tcPr>
                </a:tc>
                <a:tc>
                  <a:txBody>
                    <a:bodyPr/>
                    <a:lstStyle/>
                    <a:p>
                      <a:pPr>
                        <a:buNone/>
                      </a:pPr>
                      <a:r>
                        <a:rPr lang="en-IN" sz="1700" dirty="0">
                          <a:effectLst/>
                        </a:rPr>
                        <a:t>0.83</a:t>
                      </a:r>
                    </a:p>
                  </a:txBody>
                  <a:tcPr marL="52874" marR="52874" marT="35250" marB="35250" anchor="ctr">
                    <a:lnL w="9525" cap="flat" cmpd="sng" algn="ctr">
                      <a:solidFill>
                        <a:srgbClr val="F06C09"/>
                      </a:solidFill>
                      <a:prstDash val="solid"/>
                      <a:round/>
                      <a:headEnd type="none" w="med" len="med"/>
                      <a:tailEnd type="none" w="med" len="med"/>
                    </a:lnL>
                    <a:lnR w="9525" cap="flat" cmpd="sng" algn="ctr">
                      <a:solidFill>
                        <a:srgbClr val="A06509"/>
                      </a:solidFill>
                      <a:prstDash val="solid"/>
                      <a:round/>
                      <a:headEnd type="none" w="med" len="med"/>
                      <a:tailEnd type="none" w="med" len="med"/>
                    </a:lnR>
                    <a:lnT w="9525" cap="flat" cmpd="sng" algn="ctr">
                      <a:solidFill>
                        <a:srgbClr val="F06C09"/>
                      </a:solidFill>
                      <a:prstDash val="solid"/>
                      <a:round/>
                      <a:headEnd type="none" w="med" len="med"/>
                      <a:tailEnd type="none" w="med" len="med"/>
                    </a:lnT>
                    <a:lnB w="9525" cap="flat" cmpd="sng" algn="ctr">
                      <a:solidFill>
                        <a:srgbClr val="108909"/>
                      </a:solidFill>
                      <a:prstDash val="solid"/>
                      <a:round/>
                      <a:headEnd type="none" w="med" len="med"/>
                      <a:tailEnd type="none" w="med" len="med"/>
                    </a:lnB>
                    <a:noFill/>
                  </a:tcPr>
                </a:tc>
                <a:tc>
                  <a:txBody>
                    <a:bodyPr/>
                    <a:lstStyle/>
                    <a:p>
                      <a:pPr>
                        <a:buNone/>
                      </a:pPr>
                      <a:r>
                        <a:rPr lang="en-IN" sz="1700" dirty="0">
                          <a:effectLst/>
                        </a:rPr>
                        <a:t>0.77</a:t>
                      </a:r>
                    </a:p>
                  </a:txBody>
                  <a:tcPr marL="52874" marR="52874" marT="35250" marB="35250" anchor="ctr">
                    <a:lnL w="9525" cap="flat" cmpd="sng" algn="ctr">
                      <a:solidFill>
                        <a:srgbClr val="A06509"/>
                      </a:solidFill>
                      <a:prstDash val="solid"/>
                      <a:round/>
                      <a:headEnd type="none" w="med" len="med"/>
                      <a:tailEnd type="none" w="med" len="med"/>
                    </a:lnL>
                    <a:lnR w="9525" cap="flat" cmpd="sng" algn="ctr">
                      <a:solidFill>
                        <a:srgbClr val="A06509"/>
                      </a:solidFill>
                      <a:prstDash val="solid"/>
                      <a:round/>
                      <a:headEnd type="none" w="med" len="med"/>
                      <a:tailEnd type="none" w="med" len="med"/>
                    </a:lnR>
                    <a:lnT w="9525" cap="flat" cmpd="sng" algn="ctr">
                      <a:solidFill>
                        <a:srgbClr val="A06509"/>
                      </a:solidFill>
                      <a:prstDash val="solid"/>
                      <a:round/>
                      <a:headEnd type="none" w="med" len="med"/>
                      <a:tailEnd type="none" w="med" len="med"/>
                    </a:lnT>
                    <a:lnB w="9525" cap="flat" cmpd="sng" algn="ctr">
                      <a:solidFill>
                        <a:srgbClr val="709B09"/>
                      </a:solidFill>
                      <a:prstDash val="solid"/>
                      <a:round/>
                      <a:headEnd type="none" w="med" len="med"/>
                      <a:tailEnd type="none" w="med" len="med"/>
                    </a:lnB>
                    <a:noFill/>
                  </a:tcPr>
                </a:tc>
                <a:extLst>
                  <a:ext uri="{0D108BD9-81ED-4DB2-BD59-A6C34878D82A}">
                    <a16:rowId xmlns:a16="http://schemas.microsoft.com/office/drawing/2014/main" val="3181501156"/>
                  </a:ext>
                </a:extLst>
              </a:tr>
              <a:tr h="879899">
                <a:tc>
                  <a:txBody>
                    <a:bodyPr/>
                    <a:lstStyle/>
                    <a:p>
                      <a:pPr>
                        <a:buNone/>
                      </a:pPr>
                      <a:r>
                        <a:rPr lang="en-IN" sz="1700" b="1" dirty="0">
                          <a:effectLst/>
                        </a:rPr>
                        <a:t>bat</a:t>
                      </a:r>
                    </a:p>
                  </a:txBody>
                  <a:tcPr marL="52874" marR="52874" marT="35250" marB="35250" anchor="ctr">
                    <a:lnL w="9525" cap="flat" cmpd="sng" algn="ctr">
                      <a:solidFill>
                        <a:srgbClr val="806709"/>
                      </a:solidFill>
                      <a:prstDash val="solid"/>
                      <a:round/>
                      <a:headEnd type="none" w="med" len="med"/>
                      <a:tailEnd type="none" w="med" len="med"/>
                    </a:lnL>
                    <a:lnR w="9525" cap="flat" cmpd="sng" algn="ctr">
                      <a:solidFill>
                        <a:srgbClr val="507C09"/>
                      </a:solidFill>
                      <a:prstDash val="solid"/>
                      <a:round/>
                      <a:headEnd type="none" w="med" len="med"/>
                      <a:tailEnd type="none" w="med" len="med"/>
                    </a:lnR>
                    <a:lnT w="9525" cap="flat" cmpd="sng" algn="ctr">
                      <a:solidFill>
                        <a:srgbClr val="806709"/>
                      </a:solidFill>
                      <a:prstDash val="solid"/>
                      <a:round/>
                      <a:headEnd type="none" w="med" len="med"/>
                      <a:tailEnd type="none" w="med" len="med"/>
                    </a:lnT>
                    <a:lnB w="9525" cap="flat" cmpd="sng" algn="ctr">
                      <a:solidFill>
                        <a:srgbClr val="309C09"/>
                      </a:solidFill>
                      <a:prstDash val="solid"/>
                      <a:round/>
                      <a:headEnd type="none" w="med" len="med"/>
                      <a:tailEnd type="none" w="med" len="med"/>
                    </a:lnB>
                    <a:noFill/>
                  </a:tcPr>
                </a:tc>
                <a:tc>
                  <a:txBody>
                    <a:bodyPr/>
                    <a:lstStyle/>
                    <a:p>
                      <a:pPr>
                        <a:buNone/>
                      </a:pPr>
                      <a:r>
                        <a:rPr lang="en-IN" sz="1700" dirty="0">
                          <a:effectLst/>
                        </a:rPr>
                        <a:t>0.92</a:t>
                      </a:r>
                    </a:p>
                  </a:txBody>
                  <a:tcPr marL="52874" marR="52874" marT="35250" marB="35250" anchor="ctr">
                    <a:lnL w="9525" cap="flat" cmpd="sng" algn="ctr">
                      <a:solidFill>
                        <a:srgbClr val="507C09"/>
                      </a:solidFill>
                      <a:prstDash val="solid"/>
                      <a:round/>
                      <a:headEnd type="none" w="med" len="med"/>
                      <a:tailEnd type="none" w="med" len="med"/>
                    </a:lnL>
                    <a:lnR w="9525" cap="flat" cmpd="sng" algn="ctr">
                      <a:solidFill>
                        <a:srgbClr val="D07409"/>
                      </a:solidFill>
                      <a:prstDash val="solid"/>
                      <a:round/>
                      <a:headEnd type="none" w="med" len="med"/>
                      <a:tailEnd type="none" w="med" len="med"/>
                    </a:lnR>
                    <a:lnT w="9525" cap="flat" cmpd="sng" algn="ctr">
                      <a:solidFill>
                        <a:srgbClr val="507C09"/>
                      </a:solidFill>
                      <a:prstDash val="solid"/>
                      <a:round/>
                      <a:headEnd type="none" w="med" len="med"/>
                      <a:tailEnd type="none" w="med" len="med"/>
                    </a:lnT>
                    <a:lnB w="9525" cap="flat" cmpd="sng" algn="ctr">
                      <a:solidFill>
                        <a:srgbClr val="809D09"/>
                      </a:solidFill>
                      <a:prstDash val="solid"/>
                      <a:round/>
                      <a:headEnd type="none" w="med" len="med"/>
                      <a:tailEnd type="none" w="med" len="med"/>
                    </a:lnB>
                    <a:noFill/>
                  </a:tcPr>
                </a:tc>
                <a:tc>
                  <a:txBody>
                    <a:bodyPr/>
                    <a:lstStyle/>
                    <a:p>
                      <a:pPr>
                        <a:buNone/>
                      </a:pPr>
                      <a:r>
                        <a:rPr lang="en-IN" sz="1700" dirty="0">
                          <a:effectLst/>
                        </a:rPr>
                        <a:t>0.53</a:t>
                      </a:r>
                    </a:p>
                  </a:txBody>
                  <a:tcPr marL="52874" marR="52874" marT="35250" marB="35250" anchor="ctr">
                    <a:lnL w="9525" cap="flat" cmpd="sng" algn="ctr">
                      <a:solidFill>
                        <a:srgbClr val="D07409"/>
                      </a:solidFill>
                      <a:prstDash val="solid"/>
                      <a:round/>
                      <a:headEnd type="none" w="med" len="med"/>
                      <a:tailEnd type="none" w="med" len="med"/>
                    </a:lnL>
                    <a:lnR w="9525" cap="flat" cmpd="sng" algn="ctr">
                      <a:solidFill>
                        <a:srgbClr val="D08309"/>
                      </a:solidFill>
                      <a:prstDash val="solid"/>
                      <a:round/>
                      <a:headEnd type="none" w="med" len="med"/>
                      <a:tailEnd type="none" w="med" len="med"/>
                    </a:lnR>
                    <a:lnT w="9525" cap="flat" cmpd="sng" algn="ctr">
                      <a:solidFill>
                        <a:srgbClr val="D07409"/>
                      </a:solidFill>
                      <a:prstDash val="solid"/>
                      <a:round/>
                      <a:headEnd type="none" w="med" len="med"/>
                      <a:tailEnd type="none" w="med" len="med"/>
                    </a:lnT>
                    <a:lnB w="9525" cap="flat" cmpd="sng" algn="ctr">
                      <a:solidFill>
                        <a:srgbClr val="C0AB09"/>
                      </a:solidFill>
                      <a:prstDash val="solid"/>
                      <a:round/>
                      <a:headEnd type="none" w="med" len="med"/>
                      <a:tailEnd type="none" w="med" len="med"/>
                    </a:lnB>
                    <a:noFill/>
                  </a:tcPr>
                </a:tc>
                <a:tc>
                  <a:txBody>
                    <a:bodyPr/>
                    <a:lstStyle/>
                    <a:p>
                      <a:pPr>
                        <a:buNone/>
                      </a:pPr>
                      <a:r>
                        <a:rPr lang="en-IN" sz="1700" dirty="0">
                          <a:effectLst/>
                        </a:rPr>
                        <a:t>0.14</a:t>
                      </a:r>
                    </a:p>
                  </a:txBody>
                  <a:tcPr marL="52874" marR="52874" marT="35250" marB="35250" anchor="ctr">
                    <a:lnL w="9525" cap="flat" cmpd="sng" algn="ctr">
                      <a:solidFill>
                        <a:srgbClr val="D08309"/>
                      </a:solidFill>
                      <a:prstDash val="solid"/>
                      <a:round/>
                      <a:headEnd type="none" w="med" len="med"/>
                      <a:tailEnd type="none" w="med" len="med"/>
                    </a:lnL>
                    <a:lnR w="9525" cap="flat" cmpd="sng" algn="ctr">
                      <a:solidFill>
                        <a:srgbClr val="A07D09"/>
                      </a:solidFill>
                      <a:prstDash val="solid"/>
                      <a:round/>
                      <a:headEnd type="none" w="med" len="med"/>
                      <a:tailEnd type="none" w="med" len="med"/>
                    </a:lnR>
                    <a:lnT w="9525" cap="flat" cmpd="sng" algn="ctr">
                      <a:solidFill>
                        <a:srgbClr val="D08309"/>
                      </a:solidFill>
                      <a:prstDash val="solid"/>
                      <a:round/>
                      <a:headEnd type="none" w="med" len="med"/>
                      <a:tailEnd type="none" w="med" len="med"/>
                    </a:lnT>
                    <a:lnB w="9525" cap="flat" cmpd="sng" algn="ctr">
                      <a:solidFill>
                        <a:srgbClr val="90B109"/>
                      </a:solidFill>
                      <a:prstDash val="solid"/>
                      <a:round/>
                      <a:headEnd type="none" w="med" len="med"/>
                      <a:tailEnd type="none" w="med" len="med"/>
                    </a:lnB>
                    <a:noFill/>
                  </a:tcPr>
                </a:tc>
                <a:tc>
                  <a:txBody>
                    <a:bodyPr/>
                    <a:lstStyle/>
                    <a:p>
                      <a:pPr>
                        <a:buNone/>
                      </a:pPr>
                      <a:r>
                        <a:rPr lang="en-IN" sz="1700" dirty="0">
                          <a:effectLst/>
                        </a:rPr>
                        <a:t>0.37</a:t>
                      </a:r>
                    </a:p>
                  </a:txBody>
                  <a:tcPr marL="52874" marR="52874" marT="35250" marB="35250" anchor="ctr">
                    <a:lnL w="9525" cap="flat" cmpd="sng" algn="ctr">
                      <a:solidFill>
                        <a:srgbClr val="A07D09"/>
                      </a:solidFill>
                      <a:prstDash val="solid"/>
                      <a:round/>
                      <a:headEnd type="none" w="med" len="med"/>
                      <a:tailEnd type="none" w="med" len="med"/>
                    </a:lnL>
                    <a:lnR w="9525" cap="flat" cmpd="sng" algn="ctr">
                      <a:solidFill>
                        <a:srgbClr val="108909"/>
                      </a:solidFill>
                      <a:prstDash val="solid"/>
                      <a:round/>
                      <a:headEnd type="none" w="med" len="med"/>
                      <a:tailEnd type="none" w="med" len="med"/>
                    </a:lnR>
                    <a:lnT w="9525" cap="flat" cmpd="sng" algn="ctr">
                      <a:solidFill>
                        <a:srgbClr val="A07D09"/>
                      </a:solidFill>
                      <a:prstDash val="solid"/>
                      <a:round/>
                      <a:headEnd type="none" w="med" len="med"/>
                      <a:tailEnd type="none" w="med" len="med"/>
                    </a:lnT>
                    <a:lnB w="9525" cap="flat" cmpd="sng" algn="ctr">
                      <a:solidFill>
                        <a:srgbClr val="B0BB09"/>
                      </a:solidFill>
                      <a:prstDash val="solid"/>
                      <a:round/>
                      <a:headEnd type="none" w="med" len="med"/>
                      <a:tailEnd type="none" w="med" len="med"/>
                    </a:lnB>
                    <a:noFill/>
                  </a:tcPr>
                </a:tc>
                <a:tc>
                  <a:txBody>
                    <a:bodyPr/>
                    <a:lstStyle/>
                    <a:p>
                      <a:pPr>
                        <a:buNone/>
                      </a:pPr>
                      <a:r>
                        <a:rPr lang="en-IN" sz="1700" dirty="0">
                          <a:effectLst/>
                        </a:rPr>
                        <a:t>0.25</a:t>
                      </a:r>
                    </a:p>
                  </a:txBody>
                  <a:tcPr marL="52874" marR="52874" marT="35250" marB="35250" anchor="ctr">
                    <a:lnL w="9525" cap="flat" cmpd="sng" algn="ctr">
                      <a:solidFill>
                        <a:srgbClr val="108909"/>
                      </a:solidFill>
                      <a:prstDash val="solid"/>
                      <a:round/>
                      <a:headEnd type="none" w="med" len="med"/>
                      <a:tailEnd type="none" w="med" len="med"/>
                    </a:lnL>
                    <a:lnR w="9525" cap="flat" cmpd="sng" algn="ctr">
                      <a:solidFill>
                        <a:srgbClr val="709B09"/>
                      </a:solidFill>
                      <a:prstDash val="solid"/>
                      <a:round/>
                      <a:headEnd type="none" w="med" len="med"/>
                      <a:tailEnd type="none" w="med" len="med"/>
                    </a:lnR>
                    <a:lnT w="9525" cap="flat" cmpd="sng" algn="ctr">
                      <a:solidFill>
                        <a:srgbClr val="108909"/>
                      </a:solidFill>
                      <a:prstDash val="solid"/>
                      <a:round/>
                      <a:headEnd type="none" w="med" len="med"/>
                      <a:tailEnd type="none" w="med" len="med"/>
                    </a:lnT>
                    <a:lnB w="9525" cap="flat" cmpd="sng" algn="ctr">
                      <a:solidFill>
                        <a:srgbClr val="E0BB09"/>
                      </a:solidFill>
                      <a:prstDash val="solid"/>
                      <a:round/>
                      <a:headEnd type="none" w="med" len="med"/>
                      <a:tailEnd type="none" w="med" len="med"/>
                    </a:lnB>
                    <a:noFill/>
                  </a:tcPr>
                </a:tc>
                <a:tc>
                  <a:txBody>
                    <a:bodyPr/>
                    <a:lstStyle/>
                    <a:p>
                      <a:pPr>
                        <a:buNone/>
                      </a:pPr>
                      <a:r>
                        <a:rPr lang="en-IN" sz="1700" dirty="0">
                          <a:effectLst/>
                        </a:rPr>
                        <a:t>0.43</a:t>
                      </a:r>
                    </a:p>
                  </a:txBody>
                  <a:tcPr marL="52874" marR="52874" marT="35250" marB="35250" anchor="ctr">
                    <a:lnL w="9525" cap="flat" cmpd="sng" algn="ctr">
                      <a:solidFill>
                        <a:srgbClr val="709B09"/>
                      </a:solidFill>
                      <a:prstDash val="solid"/>
                      <a:round/>
                      <a:headEnd type="none" w="med" len="med"/>
                      <a:tailEnd type="none" w="med" len="med"/>
                    </a:lnL>
                    <a:lnR w="9525" cap="flat" cmpd="sng" algn="ctr">
                      <a:solidFill>
                        <a:srgbClr val="709B09"/>
                      </a:solidFill>
                      <a:prstDash val="solid"/>
                      <a:round/>
                      <a:headEnd type="none" w="med" len="med"/>
                      <a:tailEnd type="none" w="med" len="med"/>
                    </a:lnR>
                    <a:lnT w="9525" cap="flat" cmpd="sng" algn="ctr">
                      <a:solidFill>
                        <a:srgbClr val="709B09"/>
                      </a:solidFill>
                      <a:prstDash val="solid"/>
                      <a:round/>
                      <a:headEnd type="none" w="med" len="med"/>
                      <a:tailEnd type="none" w="med" len="med"/>
                    </a:lnT>
                    <a:lnB w="9525" cap="flat" cmpd="sng" algn="ctr">
                      <a:solidFill>
                        <a:srgbClr val="E0BE09"/>
                      </a:solidFill>
                      <a:prstDash val="solid"/>
                      <a:round/>
                      <a:headEnd type="none" w="med" len="med"/>
                      <a:tailEnd type="none" w="med" len="med"/>
                    </a:lnB>
                    <a:noFill/>
                  </a:tcPr>
                </a:tc>
                <a:extLst>
                  <a:ext uri="{0D108BD9-81ED-4DB2-BD59-A6C34878D82A}">
                    <a16:rowId xmlns:a16="http://schemas.microsoft.com/office/drawing/2014/main" val="4097377873"/>
                  </a:ext>
                </a:extLst>
              </a:tr>
              <a:tr h="879899">
                <a:tc>
                  <a:txBody>
                    <a:bodyPr/>
                    <a:lstStyle/>
                    <a:p>
                      <a:pPr>
                        <a:buNone/>
                      </a:pPr>
                      <a:r>
                        <a:rPr lang="en-IN" sz="1700" b="1" dirty="0">
                          <a:effectLst/>
                        </a:rPr>
                        <a:t>stump</a:t>
                      </a:r>
                    </a:p>
                  </a:txBody>
                  <a:tcPr marL="52874" marR="52874" marT="35250" marB="35250" anchor="ctr">
                    <a:lnL w="9525" cap="flat" cmpd="sng" algn="ctr">
                      <a:solidFill>
                        <a:srgbClr val="309C09"/>
                      </a:solidFill>
                      <a:prstDash val="solid"/>
                      <a:round/>
                      <a:headEnd type="none" w="med" len="med"/>
                      <a:tailEnd type="none" w="med" len="med"/>
                    </a:lnL>
                    <a:lnR w="9525" cap="flat" cmpd="sng" algn="ctr">
                      <a:solidFill>
                        <a:srgbClr val="809D09"/>
                      </a:solidFill>
                      <a:prstDash val="solid"/>
                      <a:round/>
                      <a:headEnd type="none" w="med" len="med"/>
                      <a:tailEnd type="none" w="med" len="med"/>
                    </a:lnR>
                    <a:lnT w="9525" cap="flat" cmpd="sng" algn="ctr">
                      <a:solidFill>
                        <a:srgbClr val="309C09"/>
                      </a:solidFill>
                      <a:prstDash val="solid"/>
                      <a:round/>
                      <a:headEnd type="none" w="med" len="med"/>
                      <a:tailEnd type="none" w="med" len="med"/>
                    </a:lnT>
                    <a:lnB w="9525" cap="flat" cmpd="sng" algn="ctr">
                      <a:solidFill>
                        <a:srgbClr val="309C09"/>
                      </a:solidFill>
                      <a:prstDash val="solid"/>
                      <a:round/>
                      <a:headEnd type="none" w="med" len="med"/>
                      <a:tailEnd type="none" w="med" len="med"/>
                    </a:lnB>
                    <a:noFill/>
                  </a:tcPr>
                </a:tc>
                <a:tc>
                  <a:txBody>
                    <a:bodyPr/>
                    <a:lstStyle/>
                    <a:p>
                      <a:pPr>
                        <a:buNone/>
                      </a:pPr>
                      <a:r>
                        <a:rPr lang="en-IN" sz="1700">
                          <a:effectLst/>
                        </a:rPr>
                        <a:t>0.726027</a:t>
                      </a:r>
                    </a:p>
                  </a:txBody>
                  <a:tcPr marL="52874" marR="52874" marT="35250" marB="35250" anchor="ctr">
                    <a:lnL w="9525" cap="flat" cmpd="sng" algn="ctr">
                      <a:solidFill>
                        <a:srgbClr val="809D09"/>
                      </a:solidFill>
                      <a:prstDash val="solid"/>
                      <a:round/>
                      <a:headEnd type="none" w="med" len="med"/>
                      <a:tailEnd type="none" w="med" len="med"/>
                    </a:lnL>
                    <a:lnR w="9525" cap="flat" cmpd="sng" algn="ctr">
                      <a:solidFill>
                        <a:srgbClr val="C0AB09"/>
                      </a:solidFill>
                      <a:prstDash val="solid"/>
                      <a:round/>
                      <a:headEnd type="none" w="med" len="med"/>
                      <a:tailEnd type="none" w="med" len="med"/>
                    </a:lnR>
                    <a:lnT w="9525" cap="flat" cmpd="sng" algn="ctr">
                      <a:solidFill>
                        <a:srgbClr val="809D09"/>
                      </a:solidFill>
                      <a:prstDash val="solid"/>
                      <a:round/>
                      <a:headEnd type="none" w="med" len="med"/>
                      <a:tailEnd type="none" w="med" len="med"/>
                    </a:lnT>
                    <a:lnB w="9525" cap="flat" cmpd="sng" algn="ctr">
                      <a:solidFill>
                        <a:srgbClr val="809D09"/>
                      </a:solidFill>
                      <a:prstDash val="solid"/>
                      <a:round/>
                      <a:headEnd type="none" w="med" len="med"/>
                      <a:tailEnd type="none" w="med" len="med"/>
                    </a:lnB>
                    <a:noFill/>
                  </a:tcPr>
                </a:tc>
                <a:tc>
                  <a:txBody>
                    <a:bodyPr/>
                    <a:lstStyle/>
                    <a:p>
                      <a:pPr>
                        <a:buNone/>
                      </a:pPr>
                      <a:r>
                        <a:rPr lang="en-IN" sz="1700" dirty="0">
                          <a:effectLst/>
                        </a:rPr>
                        <a:t>0.64</a:t>
                      </a:r>
                    </a:p>
                  </a:txBody>
                  <a:tcPr marL="52874" marR="52874" marT="35250" marB="35250" anchor="ctr">
                    <a:lnL w="9525" cap="flat" cmpd="sng" algn="ctr">
                      <a:solidFill>
                        <a:srgbClr val="C0AB09"/>
                      </a:solidFill>
                      <a:prstDash val="solid"/>
                      <a:round/>
                      <a:headEnd type="none" w="med" len="med"/>
                      <a:tailEnd type="none" w="med" len="med"/>
                    </a:lnL>
                    <a:lnR w="9525" cap="flat" cmpd="sng" algn="ctr">
                      <a:solidFill>
                        <a:srgbClr val="90B109"/>
                      </a:solidFill>
                      <a:prstDash val="solid"/>
                      <a:round/>
                      <a:headEnd type="none" w="med" len="med"/>
                      <a:tailEnd type="none" w="med" len="med"/>
                    </a:lnR>
                    <a:lnT w="9525" cap="flat" cmpd="sng" algn="ctr">
                      <a:solidFill>
                        <a:srgbClr val="C0AB09"/>
                      </a:solidFill>
                      <a:prstDash val="solid"/>
                      <a:round/>
                      <a:headEnd type="none" w="med" len="med"/>
                      <a:tailEnd type="none" w="med" len="med"/>
                    </a:lnT>
                    <a:lnB w="9525" cap="flat" cmpd="sng" algn="ctr">
                      <a:solidFill>
                        <a:srgbClr val="C0AB09"/>
                      </a:solidFill>
                      <a:prstDash val="solid"/>
                      <a:round/>
                      <a:headEnd type="none" w="med" len="med"/>
                      <a:tailEnd type="none" w="med" len="med"/>
                    </a:lnB>
                    <a:noFill/>
                  </a:tcPr>
                </a:tc>
                <a:tc>
                  <a:txBody>
                    <a:bodyPr/>
                    <a:lstStyle/>
                    <a:p>
                      <a:pPr>
                        <a:buNone/>
                      </a:pPr>
                      <a:r>
                        <a:rPr lang="en-IN" sz="1700" dirty="0">
                          <a:effectLst/>
                        </a:rPr>
                        <a:t>0.40</a:t>
                      </a:r>
                    </a:p>
                  </a:txBody>
                  <a:tcPr marL="52874" marR="52874" marT="35250" marB="35250" anchor="ctr">
                    <a:lnL w="9525" cap="flat" cmpd="sng" algn="ctr">
                      <a:solidFill>
                        <a:srgbClr val="90B109"/>
                      </a:solidFill>
                      <a:prstDash val="solid"/>
                      <a:round/>
                      <a:headEnd type="none" w="med" len="med"/>
                      <a:tailEnd type="none" w="med" len="med"/>
                    </a:lnL>
                    <a:lnR w="9525" cap="flat" cmpd="sng" algn="ctr">
                      <a:solidFill>
                        <a:srgbClr val="B0BB09"/>
                      </a:solidFill>
                      <a:prstDash val="solid"/>
                      <a:round/>
                      <a:headEnd type="none" w="med" len="med"/>
                      <a:tailEnd type="none" w="med" len="med"/>
                    </a:lnR>
                    <a:lnT w="9525" cap="flat" cmpd="sng" algn="ctr">
                      <a:solidFill>
                        <a:srgbClr val="90B109"/>
                      </a:solidFill>
                      <a:prstDash val="solid"/>
                      <a:round/>
                      <a:headEnd type="none" w="med" len="med"/>
                      <a:tailEnd type="none" w="med" len="med"/>
                    </a:lnT>
                    <a:lnB w="9525" cap="flat" cmpd="sng" algn="ctr">
                      <a:solidFill>
                        <a:srgbClr val="90B109"/>
                      </a:solidFill>
                      <a:prstDash val="solid"/>
                      <a:round/>
                      <a:headEnd type="none" w="med" len="med"/>
                      <a:tailEnd type="none" w="med" len="med"/>
                    </a:lnB>
                    <a:noFill/>
                  </a:tcPr>
                </a:tc>
                <a:tc>
                  <a:txBody>
                    <a:bodyPr/>
                    <a:lstStyle/>
                    <a:p>
                      <a:pPr>
                        <a:buNone/>
                      </a:pPr>
                      <a:r>
                        <a:rPr lang="en-IN" sz="1700" dirty="0">
                          <a:effectLst/>
                        </a:rPr>
                        <a:t>0.44</a:t>
                      </a:r>
                    </a:p>
                  </a:txBody>
                  <a:tcPr marL="52874" marR="52874" marT="35250" marB="35250" anchor="ctr">
                    <a:lnL w="9525" cap="flat" cmpd="sng" algn="ctr">
                      <a:solidFill>
                        <a:srgbClr val="B0BB09"/>
                      </a:solidFill>
                      <a:prstDash val="solid"/>
                      <a:round/>
                      <a:headEnd type="none" w="med" len="med"/>
                      <a:tailEnd type="none" w="med" len="med"/>
                    </a:lnL>
                    <a:lnR w="9525" cap="flat" cmpd="sng" algn="ctr">
                      <a:solidFill>
                        <a:srgbClr val="E0BB09"/>
                      </a:solidFill>
                      <a:prstDash val="solid"/>
                      <a:round/>
                      <a:headEnd type="none" w="med" len="med"/>
                      <a:tailEnd type="none" w="med" len="med"/>
                    </a:lnR>
                    <a:lnT w="9525" cap="flat" cmpd="sng" algn="ctr">
                      <a:solidFill>
                        <a:srgbClr val="B0BB09"/>
                      </a:solidFill>
                      <a:prstDash val="solid"/>
                      <a:round/>
                      <a:headEnd type="none" w="med" len="med"/>
                      <a:tailEnd type="none" w="med" len="med"/>
                    </a:lnT>
                    <a:lnB w="9525" cap="flat" cmpd="sng" algn="ctr">
                      <a:solidFill>
                        <a:srgbClr val="B0BB09"/>
                      </a:solidFill>
                      <a:prstDash val="solid"/>
                      <a:round/>
                      <a:headEnd type="none" w="med" len="med"/>
                      <a:tailEnd type="none" w="med" len="med"/>
                    </a:lnB>
                    <a:noFill/>
                  </a:tcPr>
                </a:tc>
                <a:tc>
                  <a:txBody>
                    <a:bodyPr/>
                    <a:lstStyle/>
                    <a:p>
                      <a:pPr>
                        <a:buNone/>
                      </a:pPr>
                      <a:r>
                        <a:rPr lang="en-IN" sz="1700" dirty="0">
                          <a:effectLst/>
                        </a:rPr>
                        <a:t>0.51</a:t>
                      </a:r>
                    </a:p>
                  </a:txBody>
                  <a:tcPr marL="52874" marR="52874" marT="35250" marB="35250" anchor="ctr">
                    <a:lnL w="9525" cap="flat" cmpd="sng" algn="ctr">
                      <a:solidFill>
                        <a:srgbClr val="E0BB09"/>
                      </a:solidFill>
                      <a:prstDash val="solid"/>
                      <a:round/>
                      <a:headEnd type="none" w="med" len="med"/>
                      <a:tailEnd type="none" w="med" len="med"/>
                    </a:lnL>
                    <a:lnR w="9525" cap="flat" cmpd="sng" algn="ctr">
                      <a:solidFill>
                        <a:srgbClr val="E0BE09"/>
                      </a:solidFill>
                      <a:prstDash val="solid"/>
                      <a:round/>
                      <a:headEnd type="none" w="med" len="med"/>
                      <a:tailEnd type="none" w="med" len="med"/>
                    </a:lnR>
                    <a:lnT w="9525" cap="flat" cmpd="sng" algn="ctr">
                      <a:solidFill>
                        <a:srgbClr val="E0BB09"/>
                      </a:solidFill>
                      <a:prstDash val="solid"/>
                      <a:round/>
                      <a:headEnd type="none" w="med" len="med"/>
                      <a:tailEnd type="none" w="med" len="med"/>
                    </a:lnT>
                    <a:lnB w="9525" cap="flat" cmpd="sng" algn="ctr">
                      <a:solidFill>
                        <a:srgbClr val="E0BB09"/>
                      </a:solidFill>
                      <a:prstDash val="solid"/>
                      <a:round/>
                      <a:headEnd type="none" w="med" len="med"/>
                      <a:tailEnd type="none" w="med" len="med"/>
                    </a:lnB>
                    <a:noFill/>
                  </a:tcPr>
                </a:tc>
                <a:tc>
                  <a:txBody>
                    <a:bodyPr/>
                    <a:lstStyle/>
                    <a:p>
                      <a:pPr>
                        <a:buNone/>
                      </a:pPr>
                      <a:r>
                        <a:rPr lang="en-IN" sz="1700" dirty="0">
                          <a:effectLst/>
                        </a:rPr>
                        <a:t>0.52</a:t>
                      </a:r>
                    </a:p>
                  </a:txBody>
                  <a:tcPr marL="52874" marR="52874" marT="35250" marB="35250" anchor="ctr">
                    <a:lnL w="9525" cap="flat" cmpd="sng" algn="ctr">
                      <a:solidFill>
                        <a:srgbClr val="E0BE09"/>
                      </a:solidFill>
                      <a:prstDash val="solid"/>
                      <a:round/>
                      <a:headEnd type="none" w="med" len="med"/>
                      <a:tailEnd type="none" w="med" len="med"/>
                    </a:lnL>
                    <a:lnR w="9525" cap="flat" cmpd="sng" algn="ctr">
                      <a:solidFill>
                        <a:srgbClr val="E0BE09"/>
                      </a:solidFill>
                      <a:prstDash val="solid"/>
                      <a:round/>
                      <a:headEnd type="none" w="med" len="med"/>
                      <a:tailEnd type="none" w="med" len="med"/>
                    </a:lnR>
                    <a:lnT w="9525" cap="flat" cmpd="sng" algn="ctr">
                      <a:solidFill>
                        <a:srgbClr val="E0BE09"/>
                      </a:solidFill>
                      <a:prstDash val="solid"/>
                      <a:round/>
                      <a:headEnd type="none" w="med" len="med"/>
                      <a:tailEnd type="none" w="med" len="med"/>
                    </a:lnT>
                    <a:lnB w="9525" cap="flat" cmpd="sng" algn="ctr">
                      <a:solidFill>
                        <a:srgbClr val="E0BE09"/>
                      </a:solidFill>
                      <a:prstDash val="solid"/>
                      <a:round/>
                      <a:headEnd type="none" w="med" len="med"/>
                      <a:tailEnd type="none" w="med" len="med"/>
                    </a:lnB>
                    <a:noFill/>
                  </a:tcPr>
                </a:tc>
                <a:extLst>
                  <a:ext uri="{0D108BD9-81ED-4DB2-BD59-A6C34878D82A}">
                    <a16:rowId xmlns:a16="http://schemas.microsoft.com/office/drawing/2014/main" val="728844541"/>
                  </a:ext>
                </a:extLst>
              </a:tr>
            </a:tbl>
          </a:graphicData>
        </a:graphic>
      </p:graphicFrame>
    </p:spTree>
    <p:extLst>
      <p:ext uri="{BB962C8B-B14F-4D97-AF65-F5344CB8AC3E}">
        <p14:creationId xmlns:p14="http://schemas.microsoft.com/office/powerpoint/2010/main" val="33191858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AA75E3-E827-F5BC-0081-09B26F225ED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D7BB63A-ED30-04BE-1307-1FE157D05EC8}"/>
              </a:ext>
            </a:extLst>
          </p:cNvPr>
          <p:cNvSpPr>
            <a:spLocks noGrp="1"/>
          </p:cNvSpPr>
          <p:nvPr>
            <p:ph type="dt" sz="half" idx="10"/>
          </p:nvPr>
        </p:nvSpPr>
        <p:spPr/>
        <p:txBody>
          <a:bodyPr/>
          <a:lstStyle/>
          <a:p>
            <a:fld id="{7E3784C8-F1F9-3A4E-8157-ADC6FC447930}" type="datetime1">
              <a:rPr lang="en-US" smtClean="0"/>
              <a:t>12/13/2025</a:t>
            </a:fld>
            <a:endParaRPr lang="en-US"/>
          </a:p>
        </p:txBody>
      </p:sp>
      <p:sp>
        <p:nvSpPr>
          <p:cNvPr id="4" name="Slide Number Placeholder 3">
            <a:extLst>
              <a:ext uri="{FF2B5EF4-FFF2-40B4-BE49-F238E27FC236}">
                <a16:creationId xmlns:a16="http://schemas.microsoft.com/office/drawing/2014/main" id="{9CEF6959-1D09-7603-62E7-FAADFF167C6B}"/>
              </a:ext>
            </a:extLst>
          </p:cNvPr>
          <p:cNvSpPr>
            <a:spLocks noGrp="1"/>
          </p:cNvSpPr>
          <p:nvPr>
            <p:ph type="sldNum" sz="quarter" idx="12"/>
          </p:nvPr>
        </p:nvSpPr>
        <p:spPr/>
        <p:txBody>
          <a:bodyPr/>
          <a:lstStyle/>
          <a:p>
            <a:fld id="{AEAA3239-9EA4-4A65-A281-97F994456D9F}" type="slidenum">
              <a:rPr lang="en-US" smtClean="0"/>
              <a:pPr/>
              <a:t>9</a:t>
            </a:fld>
            <a:endParaRPr lang="en-US"/>
          </a:p>
        </p:txBody>
      </p:sp>
      <p:sp>
        <p:nvSpPr>
          <p:cNvPr id="14" name="Rectangle 1">
            <a:extLst>
              <a:ext uri="{FF2B5EF4-FFF2-40B4-BE49-F238E27FC236}">
                <a16:creationId xmlns:a16="http://schemas.microsoft.com/office/drawing/2014/main" id="{62BA7F02-FC3F-1584-D1B4-4B2985EB39A0}"/>
              </a:ext>
            </a:extLst>
          </p:cNvPr>
          <p:cNvSpPr>
            <a:spLocks noChangeArrowheads="1"/>
          </p:cNvSpPr>
          <p:nvPr/>
        </p:nvSpPr>
        <p:spPr bwMode="auto">
          <a:xfrm>
            <a:off x="4125913" y="1581150"/>
            <a:ext cx="12192000" cy="0"/>
          </a:xfrm>
          <a:prstGeom prst="rect">
            <a:avLst/>
          </a:prstGeom>
          <a:solidFill>
            <a:srgbClr val="F3F3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1" name="Picture 10">
            <a:extLst>
              <a:ext uri="{FF2B5EF4-FFF2-40B4-BE49-F238E27FC236}">
                <a16:creationId xmlns:a16="http://schemas.microsoft.com/office/drawing/2014/main" id="{DEE99FB2-C4E2-D9CF-9DE0-8B0C28C78E05}"/>
              </a:ext>
            </a:extLst>
          </p:cNvPr>
          <p:cNvPicPr>
            <a:picLocks noChangeAspect="1"/>
          </p:cNvPicPr>
          <p:nvPr/>
        </p:nvPicPr>
        <p:blipFill>
          <a:blip r:embed="rId2"/>
          <a:stretch>
            <a:fillRect/>
          </a:stretch>
        </p:blipFill>
        <p:spPr>
          <a:xfrm>
            <a:off x="625208" y="670926"/>
            <a:ext cx="8849269" cy="5858693"/>
          </a:xfrm>
          <a:prstGeom prst="rect">
            <a:avLst/>
          </a:prstGeom>
        </p:spPr>
      </p:pic>
      <p:sp>
        <p:nvSpPr>
          <p:cNvPr id="12" name="Title 1">
            <a:extLst>
              <a:ext uri="{FF2B5EF4-FFF2-40B4-BE49-F238E27FC236}">
                <a16:creationId xmlns:a16="http://schemas.microsoft.com/office/drawing/2014/main" id="{C18A9359-833A-5639-6748-22D9F9BDE0EA}"/>
              </a:ext>
            </a:extLst>
          </p:cNvPr>
          <p:cNvSpPr txBox="1">
            <a:spLocks/>
          </p:cNvSpPr>
          <p:nvPr/>
        </p:nvSpPr>
        <p:spPr>
          <a:xfrm>
            <a:off x="380999" y="141515"/>
            <a:ext cx="6566648" cy="692203"/>
          </a:xfrm>
          <a:prstGeom prst="rect">
            <a:avLst/>
          </a:prstGeom>
        </p:spPr>
        <p:txBody>
          <a:bodyPr anchor="t">
            <a:normAutofit/>
          </a:bodyPr>
          <a:lstStyle>
            <a:lvl1pPr algn="l" defTabSz="914400" rtl="0" eaLnBrk="1" latinLnBrk="0" hangingPunct="1">
              <a:lnSpc>
                <a:spcPct val="80000"/>
              </a:lnSpc>
              <a:spcBef>
                <a:spcPct val="0"/>
              </a:spcBef>
              <a:buNone/>
              <a:defRPr sz="2800" b="0" i="0" kern="1200" spc="0" baseline="0">
                <a:solidFill>
                  <a:schemeClr val="tx1"/>
                </a:solidFill>
                <a:latin typeface="+mj-lt"/>
                <a:ea typeface="+mj-ea"/>
                <a:cs typeface="Biome" panose="020B0503030204020804" pitchFamily="34" charset="0"/>
              </a:defRPr>
            </a:lvl1pPr>
          </a:lstStyle>
          <a:p>
            <a:r>
              <a:rPr lang="en-US" dirty="0"/>
              <a:t>Model Compare Metrics</a:t>
            </a:r>
          </a:p>
        </p:txBody>
      </p:sp>
    </p:spTree>
    <p:extLst>
      <p:ext uri="{BB962C8B-B14F-4D97-AF65-F5344CB8AC3E}">
        <p14:creationId xmlns:p14="http://schemas.microsoft.com/office/powerpoint/2010/main" val="2835340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035B-EF88-2757-B9DF-4D45C748CB3E}"/>
              </a:ext>
            </a:extLst>
          </p:cNvPr>
          <p:cNvSpPr>
            <a:spLocks noGrp="1"/>
          </p:cNvSpPr>
          <p:nvPr>
            <p:ph type="title"/>
          </p:nvPr>
        </p:nvSpPr>
        <p:spPr>
          <a:xfrm>
            <a:off x="114300" y="164868"/>
            <a:ext cx="3215641" cy="3657600"/>
          </a:xfrm>
        </p:spPr>
        <p:txBody>
          <a:bodyPr anchor="t">
            <a:normAutofit/>
          </a:bodyPr>
          <a:lstStyle/>
          <a:p>
            <a:r>
              <a:rPr lang="en-US" dirty="0"/>
              <a:t>Visualizations</a:t>
            </a:r>
          </a:p>
        </p:txBody>
      </p:sp>
      <p:sp>
        <p:nvSpPr>
          <p:cNvPr id="4" name="Footer Placeholder 3">
            <a:extLst>
              <a:ext uri="{FF2B5EF4-FFF2-40B4-BE49-F238E27FC236}">
                <a16:creationId xmlns:a16="http://schemas.microsoft.com/office/drawing/2014/main" id="{63C5A9B2-35C7-DF9A-CD4F-5A1B59ECB423}"/>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70AA05B-ABED-4155-C026-724F1A4994B3}"/>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12/12/2025</a:t>
            </a:fld>
            <a:endParaRPr lang="en-US"/>
          </a:p>
        </p:txBody>
      </p:sp>
      <p:sp>
        <p:nvSpPr>
          <p:cNvPr id="6" name="Slide Number Placeholder 5">
            <a:extLst>
              <a:ext uri="{FF2B5EF4-FFF2-40B4-BE49-F238E27FC236}">
                <a16:creationId xmlns:a16="http://schemas.microsoft.com/office/drawing/2014/main" id="{D573D052-1DC8-4188-4ECD-36F29E2A0763}"/>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
        <p:nvSpPr>
          <p:cNvPr id="7" name="TextBox 6">
            <a:extLst>
              <a:ext uri="{FF2B5EF4-FFF2-40B4-BE49-F238E27FC236}">
                <a16:creationId xmlns:a16="http://schemas.microsoft.com/office/drawing/2014/main" id="{665E5FCB-D087-F9D7-0016-7FEB9EBA3560}"/>
              </a:ext>
            </a:extLst>
          </p:cNvPr>
          <p:cNvSpPr txBox="1"/>
          <p:nvPr/>
        </p:nvSpPr>
        <p:spPr>
          <a:xfrm>
            <a:off x="0" y="539108"/>
            <a:ext cx="11896725" cy="369332"/>
          </a:xfrm>
          <a:prstGeom prst="rect">
            <a:avLst/>
          </a:prstGeom>
          <a:noFill/>
        </p:spPr>
        <p:txBody>
          <a:bodyPr wrap="square">
            <a:spAutoFit/>
          </a:bodyPr>
          <a:lstStyle/>
          <a:p>
            <a:pPr lvl="0">
              <a:lnSpc>
                <a:spcPct val="100000"/>
              </a:lnSpc>
            </a:pPr>
            <a:r>
              <a:rPr lang="en-US" dirty="0">
                <a:solidFill>
                  <a:srgbClr val="1F2328"/>
                </a:solidFill>
                <a:latin typeface="-apple-system"/>
              </a:rPr>
              <a:t>Predicted cell labels are displayed with colored rectangles representing different objects for clear model interpretation.</a:t>
            </a:r>
          </a:p>
        </p:txBody>
      </p:sp>
      <p:pic>
        <p:nvPicPr>
          <p:cNvPr id="12" name="Picture 11">
            <a:extLst>
              <a:ext uri="{FF2B5EF4-FFF2-40B4-BE49-F238E27FC236}">
                <a16:creationId xmlns:a16="http://schemas.microsoft.com/office/drawing/2014/main" id="{85B00BFB-D925-7955-4804-076F63CCAE62}"/>
              </a:ext>
            </a:extLst>
          </p:cNvPr>
          <p:cNvPicPr>
            <a:picLocks noChangeAspect="1"/>
          </p:cNvPicPr>
          <p:nvPr/>
        </p:nvPicPr>
        <p:blipFill>
          <a:blip r:embed="rId3"/>
          <a:stretch>
            <a:fillRect/>
          </a:stretch>
        </p:blipFill>
        <p:spPr>
          <a:xfrm>
            <a:off x="114299" y="1000720"/>
            <a:ext cx="4807463" cy="2594127"/>
          </a:xfrm>
          <a:prstGeom prst="rect">
            <a:avLst/>
          </a:prstGeom>
        </p:spPr>
      </p:pic>
      <p:pic>
        <p:nvPicPr>
          <p:cNvPr id="14" name="Picture 13">
            <a:extLst>
              <a:ext uri="{FF2B5EF4-FFF2-40B4-BE49-F238E27FC236}">
                <a16:creationId xmlns:a16="http://schemas.microsoft.com/office/drawing/2014/main" id="{958D45F2-7C67-04B0-E0EA-2ED0A88CCE90}"/>
              </a:ext>
            </a:extLst>
          </p:cNvPr>
          <p:cNvPicPr>
            <a:picLocks noChangeAspect="1"/>
          </p:cNvPicPr>
          <p:nvPr/>
        </p:nvPicPr>
        <p:blipFill>
          <a:blip r:embed="rId4"/>
          <a:stretch>
            <a:fillRect/>
          </a:stretch>
        </p:blipFill>
        <p:spPr>
          <a:xfrm>
            <a:off x="5445869" y="1000035"/>
            <a:ext cx="5333132" cy="2571493"/>
          </a:xfrm>
          <a:prstGeom prst="rect">
            <a:avLst/>
          </a:prstGeom>
        </p:spPr>
      </p:pic>
      <p:pic>
        <p:nvPicPr>
          <p:cNvPr id="16" name="Picture 15">
            <a:extLst>
              <a:ext uri="{FF2B5EF4-FFF2-40B4-BE49-F238E27FC236}">
                <a16:creationId xmlns:a16="http://schemas.microsoft.com/office/drawing/2014/main" id="{1396A593-073C-500F-6E03-CE86DE4901DD}"/>
              </a:ext>
            </a:extLst>
          </p:cNvPr>
          <p:cNvPicPr>
            <a:picLocks noChangeAspect="1"/>
          </p:cNvPicPr>
          <p:nvPr/>
        </p:nvPicPr>
        <p:blipFill>
          <a:blip r:embed="rId5"/>
          <a:stretch>
            <a:fillRect/>
          </a:stretch>
        </p:blipFill>
        <p:spPr>
          <a:xfrm>
            <a:off x="197821" y="3847789"/>
            <a:ext cx="4723942" cy="2492685"/>
          </a:xfrm>
          <a:prstGeom prst="rect">
            <a:avLst/>
          </a:prstGeom>
        </p:spPr>
      </p:pic>
      <p:pic>
        <p:nvPicPr>
          <p:cNvPr id="18" name="Picture 17">
            <a:extLst>
              <a:ext uri="{FF2B5EF4-FFF2-40B4-BE49-F238E27FC236}">
                <a16:creationId xmlns:a16="http://schemas.microsoft.com/office/drawing/2014/main" id="{3C85CEE6-E1A0-29E9-4DDC-2F75B34A1040}"/>
              </a:ext>
            </a:extLst>
          </p:cNvPr>
          <p:cNvPicPr>
            <a:picLocks noChangeAspect="1"/>
          </p:cNvPicPr>
          <p:nvPr/>
        </p:nvPicPr>
        <p:blipFill>
          <a:blip r:embed="rId6"/>
          <a:stretch>
            <a:fillRect/>
          </a:stretch>
        </p:blipFill>
        <p:spPr>
          <a:xfrm>
            <a:off x="5445869" y="3847789"/>
            <a:ext cx="5405718" cy="2518006"/>
          </a:xfrm>
          <a:prstGeom prst="rect">
            <a:avLst/>
          </a:prstGeom>
        </p:spPr>
      </p:pic>
    </p:spTree>
    <p:extLst>
      <p:ext uri="{BB962C8B-B14F-4D97-AF65-F5344CB8AC3E}">
        <p14:creationId xmlns:p14="http://schemas.microsoft.com/office/powerpoint/2010/main" val="38812883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94837-5F6D-A47F-D09E-F46A07CD9D82}"/>
              </a:ext>
            </a:extLst>
          </p:cNvPr>
          <p:cNvSpPr>
            <a:spLocks noGrp="1"/>
          </p:cNvSpPr>
          <p:nvPr>
            <p:ph type="title"/>
          </p:nvPr>
        </p:nvSpPr>
        <p:spPr>
          <a:xfrm>
            <a:off x="380999" y="685800"/>
            <a:ext cx="6459071" cy="784412"/>
          </a:xfrm>
        </p:spPr>
        <p:txBody>
          <a:bodyPr anchor="t">
            <a:normAutofit/>
          </a:bodyPr>
          <a:lstStyle/>
          <a:p>
            <a:r>
              <a:rPr lang="en-US" dirty="0"/>
              <a:t>Learnings and Challenges</a:t>
            </a:r>
          </a:p>
        </p:txBody>
      </p:sp>
      <p:sp>
        <p:nvSpPr>
          <p:cNvPr id="3" name="Content Placeholder 2">
            <a:extLst>
              <a:ext uri="{FF2B5EF4-FFF2-40B4-BE49-F238E27FC236}">
                <a16:creationId xmlns:a16="http://schemas.microsoft.com/office/drawing/2014/main" id="{7F6781F2-2138-94C8-DEAB-351121465F8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9574" y="1470212"/>
            <a:ext cx="7522462" cy="4410456"/>
          </a:xfrm>
        </p:spPr>
        <p:txBody>
          <a:bodyPr>
            <a:normAutofit/>
          </a:bodyPr>
          <a:lstStyle/>
          <a:p>
            <a:pPr marL="0" indent="0">
              <a:spcBef>
                <a:spcPts val="2500"/>
              </a:spcBef>
              <a:buFont typeface="Arial" panose="020B0604020202020204" pitchFamily="34" charset="0"/>
              <a:buNone/>
            </a:pPr>
            <a:r>
              <a:rPr lang="en-US" b="1" dirty="0"/>
              <a:t>Importance of Annotation and Preprocessing</a:t>
            </a:r>
          </a:p>
          <a:p>
            <a:pPr marL="0" lvl="1" indent="0">
              <a:buFont typeface="Arial" panose="020B0604020202020204" pitchFamily="34" charset="0"/>
              <a:buNone/>
            </a:pPr>
            <a:r>
              <a:rPr dirty="0"/>
              <a:t>Consistent annotation and preprocessing are critical to achieving reliable model performance and avoiding accuracy drops.</a:t>
            </a:r>
            <a:endParaRPr lang="en-US" dirty="0"/>
          </a:p>
          <a:p>
            <a:pPr marL="0" indent="0">
              <a:spcBef>
                <a:spcPts val="2500"/>
              </a:spcBef>
              <a:buFont typeface="Arial" panose="020B0604020202020204" pitchFamily="34" charset="0"/>
              <a:buNone/>
            </a:pPr>
            <a:r>
              <a:rPr lang="en-US" b="1" dirty="0"/>
              <a:t>Effective Feature Engineering</a:t>
            </a:r>
          </a:p>
          <a:p>
            <a:pPr marL="0" lvl="1" indent="0">
              <a:buFont typeface="Arial" panose="020B0604020202020204" pitchFamily="34" charset="0"/>
              <a:buNone/>
            </a:pPr>
            <a:r>
              <a:rPr dirty="0"/>
              <a:t>Techniques like HOG and grayscale features improve classical machine learning model accuracy through thoughtful selection.</a:t>
            </a:r>
            <a:endParaRPr lang="en-US" dirty="0"/>
          </a:p>
          <a:p>
            <a:pPr marL="0" indent="0">
              <a:spcBef>
                <a:spcPts val="2500"/>
              </a:spcBef>
              <a:buFont typeface="Arial" panose="020B0604020202020204" pitchFamily="34" charset="0"/>
              <a:buNone/>
            </a:pPr>
            <a:r>
              <a:rPr lang="en-US" b="1" dirty="0"/>
              <a:t>Model Comparison and Trade-offs</a:t>
            </a:r>
          </a:p>
          <a:p>
            <a:pPr marL="0" lvl="1" indent="0">
              <a:buFont typeface="Arial" panose="020B0604020202020204" pitchFamily="34" charset="0"/>
              <a:buNone/>
            </a:pPr>
            <a:r>
              <a:rPr dirty="0"/>
              <a:t>Comparing Random Forest and KNN reveals trade-offs between accuracy and computational speed for model selection.</a:t>
            </a:r>
            <a:endParaRPr lang="en-US" dirty="0"/>
          </a:p>
          <a:p>
            <a:pPr marL="0" indent="0">
              <a:spcBef>
                <a:spcPts val="2500"/>
              </a:spcBef>
              <a:buFont typeface="Arial" panose="020B0604020202020204" pitchFamily="34" charset="0"/>
              <a:buNone/>
            </a:pPr>
            <a:r>
              <a:rPr lang="en-US" b="1" dirty="0"/>
              <a:t>Visualization and Challenges</a:t>
            </a:r>
          </a:p>
          <a:p>
            <a:pPr marL="0" lvl="1" indent="0">
              <a:buFont typeface="Arial" panose="020B0604020202020204" pitchFamily="34" charset="0"/>
              <a:buNone/>
            </a:pPr>
            <a:r>
              <a:rPr dirty="0"/>
              <a:t>Visualization aids debugging and understanding, while annotation complexity and scalability remain key challenges.</a:t>
            </a:r>
            <a:endParaRPr lang="en-US" dirty="0"/>
          </a:p>
        </p:txBody>
      </p:sp>
      <p:sp>
        <p:nvSpPr>
          <p:cNvPr id="4" name="Footer Placeholder 3">
            <a:extLst>
              <a:ext uri="{FF2B5EF4-FFF2-40B4-BE49-F238E27FC236}">
                <a16:creationId xmlns:a16="http://schemas.microsoft.com/office/drawing/2014/main" id="{A839B9FB-004B-EE62-D291-83BFE414AC7D}"/>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FF2D3257-AC88-C3B4-CE5D-98D3813D3ADB}"/>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12/12/2025</a:t>
            </a:fld>
            <a:endParaRPr lang="en-US"/>
          </a:p>
        </p:txBody>
      </p:sp>
      <p:sp>
        <p:nvSpPr>
          <p:cNvPr id="6" name="Slide Number Placeholder 5">
            <a:extLst>
              <a:ext uri="{FF2B5EF4-FFF2-40B4-BE49-F238E27FC236}">
                <a16:creationId xmlns:a16="http://schemas.microsoft.com/office/drawing/2014/main" id="{BE757CBA-5400-6916-45A0-3A537C52E2E4}"/>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Tree>
    <p:extLst>
      <p:ext uri="{BB962C8B-B14F-4D97-AF65-F5344CB8AC3E}">
        <p14:creationId xmlns:p14="http://schemas.microsoft.com/office/powerpoint/2010/main" val="14712027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E03A-FD22-E84D-64C9-DDA8CF35F81A}"/>
              </a:ext>
            </a:extLst>
          </p:cNvPr>
          <p:cNvSpPr>
            <a:spLocks noGrp="1"/>
          </p:cNvSpPr>
          <p:nvPr>
            <p:ph type="ctrTitle"/>
          </p:nvPr>
        </p:nvSpPr>
        <p:spPr>
          <a:xfrm>
            <a:off x="381000" y="1600200"/>
            <a:ext cx="11430000" cy="4572000"/>
          </a:xfrm>
        </p:spPr>
        <p:txBody>
          <a:bodyPr anchor="b">
            <a:normAutofit/>
          </a:bodyPr>
          <a:lstStyle/>
          <a:p>
            <a:r>
              <a:rPr lang="en-US"/>
              <a:t>References</a:t>
            </a:r>
          </a:p>
        </p:txBody>
      </p:sp>
      <p:sp>
        <p:nvSpPr>
          <p:cNvPr id="4" name="Footer Placeholder 3">
            <a:extLst>
              <a:ext uri="{FF2B5EF4-FFF2-40B4-BE49-F238E27FC236}">
                <a16:creationId xmlns:a16="http://schemas.microsoft.com/office/drawing/2014/main" id="{BD772A12-0FF3-1627-A8A3-0F4310E133CA}"/>
              </a:ext>
            </a:extLst>
          </p:cNvPr>
          <p:cNvSpPr>
            <a:spLocks noGrp="1"/>
          </p:cNvSpPr>
          <p:nvPr>
            <p:ph type="ftr" sz="quarter" idx="11"/>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7ADB421-6668-F00B-137B-2959F5D3933A}"/>
              </a:ext>
            </a:extLst>
          </p:cNvPr>
          <p:cNvSpPr>
            <a:spLocks noGrp="1"/>
          </p:cNvSpPr>
          <p:nvPr>
            <p:ph type="dt" sz="half" idx="10"/>
          </p:nvPr>
        </p:nvSpPr>
        <p:spPr>
          <a:xfrm>
            <a:off x="9525000" y="6340475"/>
            <a:ext cx="1800171" cy="365125"/>
          </a:xfrm>
        </p:spPr>
        <p:txBody>
          <a:bodyPr anchor="ctr">
            <a:normAutofit/>
          </a:bodyPr>
          <a:lstStyle/>
          <a:p>
            <a:pPr>
              <a:spcAft>
                <a:spcPts val="600"/>
              </a:spcAft>
            </a:pPr>
            <a:fld id="{F7F4CBCF-2EA5-5248-B352-49E9FE7B89CF}" type="datetime1">
              <a:rPr lang="en-US" smtClean="0"/>
              <a:pPr>
                <a:spcAft>
                  <a:spcPts val="600"/>
                </a:spcAft>
              </a:pPr>
              <a:t>12/12/2025</a:t>
            </a:fld>
            <a:endParaRPr lang="en-US"/>
          </a:p>
        </p:txBody>
      </p:sp>
      <p:sp>
        <p:nvSpPr>
          <p:cNvPr id="6" name="Slide Number Placeholder 5">
            <a:extLst>
              <a:ext uri="{FF2B5EF4-FFF2-40B4-BE49-F238E27FC236}">
                <a16:creationId xmlns:a16="http://schemas.microsoft.com/office/drawing/2014/main" id="{C4AC5EAE-2EB4-9845-CE26-CDDAC51B0D14}"/>
              </a:ext>
            </a:extLst>
          </p:cNvPr>
          <p:cNvSpPr>
            <a:spLocks noGrp="1"/>
          </p:cNvSpPr>
          <p:nvPr>
            <p:ph type="sldNum" sz="quarter" idx="12"/>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Tree>
    <p:extLst>
      <p:ext uri="{BB962C8B-B14F-4D97-AF65-F5344CB8AC3E}">
        <p14:creationId xmlns:p14="http://schemas.microsoft.com/office/powerpoint/2010/main" val="29235615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A5E3-876E-BAE8-6711-A8BDD23BF489}"/>
              </a:ext>
            </a:extLst>
          </p:cNvPr>
          <p:cNvSpPr>
            <a:spLocks noGrp="1"/>
          </p:cNvSpPr>
          <p:nvPr>
            <p:ph type="title"/>
          </p:nvPr>
        </p:nvSpPr>
        <p:spPr>
          <a:xfrm>
            <a:off x="381000" y="1600200"/>
            <a:ext cx="3215641" cy="3657600"/>
          </a:xfrm>
        </p:spPr>
        <p:txBody>
          <a:bodyPr anchor="t">
            <a:normAutofit/>
          </a:bodyPr>
          <a:lstStyle/>
          <a:p>
            <a:r>
              <a:rPr lang="en-US"/>
              <a:t>Reference Materials</a:t>
            </a:r>
          </a:p>
        </p:txBody>
      </p:sp>
      <p:graphicFrame>
        <p:nvGraphicFramePr>
          <p:cNvPr id="10" name="Content Placeholder 2">
            <a:extLst>
              <a:ext uri="{FF2B5EF4-FFF2-40B4-BE49-F238E27FC236}">
                <a16:creationId xmlns:a16="http://schemas.microsoft.com/office/drawing/2014/main" id="{0061502D-3D12-C701-6496-15F9C3F95B73}"/>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82441" y="1600200"/>
          <a:ext cx="6842759" cy="3200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F70304AD-3FF2-4D28-F529-28878BC4F833}"/>
              </a:ext>
            </a:extLst>
          </p:cNvPr>
          <p:cNvSpPr>
            <a:spLocks noGrp="1"/>
          </p:cNvSpPr>
          <p:nvPr>
            <p:ph type="ftr" sz="quarter" idx="15"/>
          </p:nvPr>
        </p:nvSpPr>
        <p:spPr>
          <a:xfrm>
            <a:off x="381000" y="6347057"/>
            <a:ext cx="3200400"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902F3ED5-9E55-CE29-FF23-8A55164D25C1}"/>
              </a:ext>
            </a:extLst>
          </p:cNvPr>
          <p:cNvSpPr>
            <a:spLocks noGrp="1"/>
          </p:cNvSpPr>
          <p:nvPr>
            <p:ph type="dt" sz="half" idx="14"/>
          </p:nvPr>
        </p:nvSpPr>
        <p:spPr>
          <a:xfrm>
            <a:off x="9525000" y="6340475"/>
            <a:ext cx="1800171" cy="365125"/>
          </a:xfrm>
        </p:spPr>
        <p:txBody>
          <a:bodyPr anchor="ctr">
            <a:normAutofit/>
          </a:bodyPr>
          <a:lstStyle/>
          <a:p>
            <a:pPr>
              <a:spcAft>
                <a:spcPts val="600"/>
              </a:spcAft>
            </a:pPr>
            <a:fld id="{192DDA33-D578-2640-B42E-CEBF81697F81}" type="datetime1">
              <a:rPr lang="en-US" smtClean="0"/>
              <a:pPr>
                <a:spcAft>
                  <a:spcPts val="600"/>
                </a:spcAft>
              </a:pPr>
              <a:t>12/12/2025</a:t>
            </a:fld>
            <a:endParaRPr lang="en-US"/>
          </a:p>
        </p:txBody>
      </p:sp>
      <p:sp>
        <p:nvSpPr>
          <p:cNvPr id="6" name="Slide Number Placeholder 5">
            <a:extLst>
              <a:ext uri="{FF2B5EF4-FFF2-40B4-BE49-F238E27FC236}">
                <a16:creationId xmlns:a16="http://schemas.microsoft.com/office/drawing/2014/main" id="{7E8B56FA-B4CC-D17B-424C-196F76C6D90D}"/>
              </a:ext>
            </a:extLst>
          </p:cNvPr>
          <p:cNvSpPr>
            <a:spLocks noGrp="1"/>
          </p:cNvSpPr>
          <p:nvPr>
            <p:ph type="sldNum" sz="quarter" idx="16"/>
          </p:nvPr>
        </p:nvSpPr>
        <p:spPr>
          <a:xfrm>
            <a:off x="11375694" y="6340475"/>
            <a:ext cx="429207" cy="365125"/>
          </a:xfrm>
        </p:spPr>
        <p:txBody>
          <a:bodyPr anchor="ctr">
            <a:normAutofit/>
          </a:bodyPr>
          <a:lstStyle/>
          <a:p>
            <a:pPr>
              <a:spcAft>
                <a:spcPts val="600"/>
              </a:spcAft>
            </a:pPr>
            <a:fld id="{AEAA3239-9EA4-4A65-A281-97F994456D9F}" type="slidenum">
              <a:rPr lang="en-US" smtClean="0"/>
              <a:pPr>
                <a:spcAft>
                  <a:spcPts val="600"/>
                </a:spcAft>
              </a:pPr>
              <a:t>13</a:t>
            </a:fld>
            <a:endParaRPr lang="en-US"/>
          </a:p>
        </p:txBody>
      </p:sp>
    </p:spTree>
    <p:extLst>
      <p:ext uri="{BB962C8B-B14F-4D97-AF65-F5344CB8AC3E}">
        <p14:creationId xmlns:p14="http://schemas.microsoft.com/office/powerpoint/2010/main" val="1092044145"/>
      </p:ext>
    </p:extLst>
  </p:cSld>
  <p:clrMapOvr>
    <a:masterClrMapping/>
  </p:clrMapOvr>
  <p:transition>
    <p:fade/>
  </p:transition>
</p:sld>
</file>

<file path=ppt/theme/theme1.xml><?xml version="1.0" encoding="utf-8"?>
<a:theme xmlns:a="http://schemas.openxmlformats.org/drawingml/2006/main" name="Bubbleform">
  <a:themeElements>
    <a:clrScheme name="Bubbleform">
      <a:dk1>
        <a:srgbClr val="000000"/>
      </a:dk1>
      <a:lt1>
        <a:srgbClr val="FFFFFF"/>
      </a:lt1>
      <a:dk2>
        <a:srgbClr val="4E4AD8"/>
      </a:dk2>
      <a:lt2>
        <a:srgbClr val="DCD8DC"/>
      </a:lt2>
      <a:accent1>
        <a:srgbClr val="6C7FF6"/>
      </a:accent1>
      <a:accent2>
        <a:srgbClr val="8760DC"/>
      </a:accent2>
      <a:accent3>
        <a:srgbClr val="5D739A"/>
      </a:accent3>
      <a:accent4>
        <a:srgbClr val="6997AF"/>
      </a:accent4>
      <a:accent5>
        <a:srgbClr val="84ACB6"/>
      </a:accent5>
      <a:accent6>
        <a:srgbClr val="6F8183"/>
      </a:accent6>
      <a:hlink>
        <a:srgbClr val="69A020"/>
      </a:hlink>
      <a:folHlink>
        <a:srgbClr val="8C8C8C"/>
      </a:folHlink>
    </a:clrScheme>
    <a:fontScheme name="Custom 78">
      <a:majorFont>
        <a:latin typeface="Biome"/>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bbleform_win32_KO_V11" id="{86725AD0-D160-4069-8876-4ED9C8033A79}" vid="{9647EED2-E3EB-419E-B9CB-199FA54454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2144</Words>
  <Application>Microsoft Office PowerPoint</Application>
  <PresentationFormat>Widescreen</PresentationFormat>
  <Paragraphs>134</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-apple-system</vt:lpstr>
      <vt:lpstr>Aptos</vt:lpstr>
      <vt:lpstr>Arial</vt:lpstr>
      <vt:lpstr>Avenir Next LT Pro Light</vt:lpstr>
      <vt:lpstr>Biome</vt:lpstr>
      <vt:lpstr>Bubbleform</vt:lpstr>
      <vt:lpstr>PML -Cricket Object Detection Project –Group 27</vt:lpstr>
      <vt:lpstr>PowerPoint Presentation</vt:lpstr>
      <vt:lpstr>Step-by-Step Workflow</vt:lpstr>
      <vt:lpstr>Data Collection &amp; Pre Processing</vt:lpstr>
      <vt:lpstr>Annotation</vt:lpstr>
      <vt:lpstr>Checking Data Imbalance on Labels   We Checked Data imbalances post adding labels to each cells </vt:lpstr>
      <vt:lpstr>PowerPoint Presentation</vt:lpstr>
      <vt:lpstr>Model Training and Evaluation – Random Forest And KNN</vt:lpstr>
      <vt:lpstr>PowerPoint Presentation</vt:lpstr>
      <vt:lpstr>Visualizations</vt:lpstr>
      <vt:lpstr>Learnings and Challenges</vt:lpstr>
      <vt:lpstr>References</vt:lpstr>
      <vt:lpstr>Reference Materials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2</cp:revision>
  <dcterms:created xsi:type="dcterms:W3CDTF">2025-11-25T18:57:06Z</dcterms:created>
  <dcterms:modified xsi:type="dcterms:W3CDTF">2025-12-12T19:40:43Z</dcterms:modified>
</cp:coreProperties>
</file>