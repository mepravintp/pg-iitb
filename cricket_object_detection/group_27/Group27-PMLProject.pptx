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92" r:id="rId1"/>
  </p:sldMasterIdLst>
  <p:notesMasterIdLst>
    <p:notesMasterId r:id="rId13"/>
  </p:notesMasterIdLst>
  <p:handoutMasterIdLst>
    <p:handoutMasterId r:id="rId14"/>
  </p:handoutMasterIdLst>
  <p:sldIdLst>
    <p:sldId id="2561" r:id="rId2"/>
    <p:sldId id="257" r:id="rId3"/>
    <p:sldId id="2563" r:id="rId4"/>
    <p:sldId id="2565" r:id="rId5"/>
    <p:sldId id="2575" r:id="rId6"/>
    <p:sldId id="2566" r:id="rId7"/>
    <p:sldId id="2568" r:id="rId8"/>
    <p:sldId id="2569" r:id="rId9"/>
    <p:sldId id="2576" r:id="rId10"/>
    <p:sldId id="2571" r:id="rId11"/>
    <p:sldId id="257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ricket Object Detection Project - IIT Bombay Executive Education" id="{E4462703-E371-46F8-848D-793404A7C231}">
          <p14:sldIdLst>
            <p14:sldId id="2561"/>
            <p14:sldId id="257"/>
          </p14:sldIdLst>
        </p14:section>
        <p14:section name="Introduction and Overview" id="{058E5FA8-D967-4D2B-9C40-E0260685928B}">
          <p14:sldIdLst>
            <p14:sldId id="2563"/>
          </p14:sldIdLst>
        </p14:section>
        <p14:section name="Project Structure and Workflow" id="{09BB9E30-C695-4EA7-9C87-47C4E86D335C}">
          <p14:sldIdLst>
            <p14:sldId id="2565"/>
            <p14:sldId id="2575"/>
            <p14:sldId id="2566"/>
          </p14:sldIdLst>
        </p14:section>
        <p14:section name="Technical Implementation" id="{57D07088-993A-40CB-8935-DE986AE23314}">
          <p14:sldIdLst>
            <p14:sldId id="2568"/>
            <p14:sldId id="2569"/>
            <p14:sldId id="2576"/>
          </p14:sldIdLst>
        </p14:section>
        <p14:section name="Results and Insights" id="{D4DAF848-F282-46DF-8A7D-2659BF180FA1}">
          <p14:sldIdLst>
            <p14:sldId id="2571"/>
            <p14:sldId id="257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83" autoAdjust="0"/>
    <p:restoredTop sz="84298" autoAdjust="0"/>
  </p:normalViewPr>
  <p:slideViewPr>
    <p:cSldViewPr snapToGrid="0">
      <p:cViewPr varScale="1">
        <p:scale>
          <a:sx n="95" d="100"/>
          <a:sy n="95" d="100"/>
        </p:scale>
        <p:origin x="942" y="9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12/13/2025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62653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592451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048380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24064-3893-E465-3803-09F8A2C9F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C374E-F6EC-9AF4-95B4-3D4119585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CF82A-F1D7-82C7-131F-B49373A69922}"/>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32D08581-91BE-7A07-5554-975168C0D47D}"/>
              </a:ext>
            </a:extLst>
          </p:cNvPr>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368590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workflow begins with data collection, where images are gathered and organized by class. Preprocessing follows, involving resizing and cropping images to a standard resolution of 800x600 pixels and saving them into training and testing folders. Annotation is a critical step, where each image is divided into an 8x8 grid, and cells are labeled as 0 (</a:t>
            </a:r>
            <a:r>
              <a:rPr lang="en-US" dirty="0" err="1"/>
              <a:t>no_object</a:t>
            </a:r>
            <a:r>
              <a:rPr lang="en-US" dirty="0"/>
              <a:t>), 1 (ball), 2 (bat), or 3 (stump). Manual annotation is performed using a GUI tool or script for interactive tagging. Feature extraction is then applied to each cell, using techniques like HOG and grayscale transformations to capture essential visual patterns. These features, along with their corresponding labels, are stored in a CSV file for training. Model training involves applying Random Forest and KNN classifiers to the extracted features. Evaluation metrics such as accuracy, precision, recall, and F1-score are computed to compare model performance. Visualization is integrated throughout the process, including overlaying predicted labels on images and generating comparative charts for metrics. Finally, predictions on new images are visualized with color-coded grids, providing an intuitive understanding of model behavior. This structured workflow ensures systematic progress from raw data to actionable insights.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089153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818764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Two classical machine learning models were employed: Random Forest and K-Nearest Neighbors (KNN). Both models were trained on cell-level features extracted from annotated images. </a:t>
            </a:r>
          </a:p>
          <a:p>
            <a:endParaRPr lang="en-US" dirty="0"/>
          </a:p>
          <a:p>
            <a:r>
              <a:rPr lang="en-US" dirty="0"/>
              <a:t>Random Forest, an ensemble method, offers robustness and handles feature interactions effectively, while KNN provides simplicity and interpretability. Evaluation was conducted using standard metrics such as accuracy, precision, recall, and F1-score, which were visualized through bar charts for easy comparison. </a:t>
            </a:r>
          </a:p>
          <a:p>
            <a:endParaRPr lang="en-US" dirty="0"/>
          </a:p>
          <a:p>
            <a:r>
              <a:rPr lang="en-US" dirty="0"/>
              <a:t>Random Forest generally outperformed KNN in terms of accuracy and precision, though KNN demonstrated faster training times. Visualizations of predictions were generated for multiple images per model, overlaying grid cells with color-coded labels to illustrate classification performance. </a:t>
            </a:r>
          </a:p>
          <a:p>
            <a:endParaRPr lang="en-US" dirty="0"/>
          </a:p>
          <a:p>
            <a:r>
              <a:rPr lang="en-US" dirty="0"/>
              <a:t>These evaluations highlight the trade-offs between model complexity, accuracy, and computational efficiency, providing valuable insights for selecting appropriate algorithms in similar tasks.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339766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Visualization is a cornerstone of this project, enabling intuitive interpretation of model predictions and performance. Predicted cell labels were overlaid on images using colored rectangles: gray for </a:t>
            </a:r>
            <a:r>
              <a:rPr lang="en-US" dirty="0" err="1"/>
              <a:t>no_object</a:t>
            </a:r>
            <a:r>
              <a:rPr lang="en-US" dirty="0"/>
              <a:t>, red for ball, green for bat, and blue for stump. These overlays provide a clear visual representation of how well the models identify objects within grid cells. Comparative visualizations were created for three images per model, allowing side-by-side analysis of Random Forest and KNN outputs. Additionally, bar charts summarizing evaluation metrics such as precision, recall, F1-score, and accuracy were included to complement qualitative assessments with quantitative data. These visual tools not only aid in debugging and refining models but also enhance communication of results to stakeholders, making complex data more accessible and actionable.</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161282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Several key learnings emerged from this project. First, consistent annotation and preprocessing are critical for achieving reliable model performance; inconsistencies can lead to significant drops in accuracy.</a:t>
            </a:r>
            <a:br>
              <a:rPr lang="en-US" dirty="0"/>
            </a:br>
            <a:endParaRPr lang="en-US" dirty="0"/>
          </a:p>
          <a:p>
            <a:r>
              <a:rPr lang="en-US" dirty="0"/>
              <a:t> Second, feature engineering using techniques like HOG and grayscale proved highly effective for classical machine learning models, underscoring the importance of thoughtful feature selection. </a:t>
            </a:r>
          </a:p>
          <a:p>
            <a:endParaRPr lang="en-US" dirty="0"/>
          </a:p>
          <a:p>
            <a:r>
              <a:rPr lang="en-US" dirty="0"/>
              <a:t>Third, while aggregated features can support image-level tasks, cell-level features are essential for fine-grained classification. The comparison between Random Forest and KNN highlighted trade-offs between accuracy and computational speed, informing decisions about model selection based on project constraints. </a:t>
            </a:r>
          </a:p>
          <a:p>
            <a:endParaRPr lang="en-US" dirty="0"/>
          </a:p>
          <a:p>
            <a:r>
              <a:rPr lang="en-US" dirty="0"/>
              <a:t>Finally, visualization was invaluable for debugging and understanding model behavior, reinforcing its role as a best practice in machine learning workflows.</a:t>
            </a:r>
          </a:p>
          <a:p>
            <a:endParaRPr lang="en-US" dirty="0"/>
          </a:p>
          <a:p>
            <a:r>
              <a:rPr lang="en-US" dirty="0"/>
              <a:t> Challenges included managing annotation complexity and ensuring scalability for larger datasets, which could be addressed through automation and optimized pipelines in future iterations.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12862979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pic>
        <p:nvPicPr>
          <p:cNvPr id="14" name="Picture 13" descr="A close up of a blue and pink background&#10;&#10;AI-generated content may be incorrect.">
            <a:extLst>
              <a:ext uri="{FF2B5EF4-FFF2-40B4-BE49-F238E27FC236}">
                <a16:creationId xmlns:a16="http://schemas.microsoft.com/office/drawing/2014/main" id="{FA0DAAF8-1473-19E2-7A19-C912696FE1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59ED5AFE-4996-3F24-6A40-DB7BC8D42158}"/>
              </a:ext>
            </a:extLst>
          </p:cNvPr>
          <p:cNvSpPr>
            <a:spLocks noGrp="1"/>
          </p:cNvSpPr>
          <p:nvPr>
            <p:ph type="ctrTitle"/>
          </p:nvPr>
        </p:nvSpPr>
        <p:spPr>
          <a:xfrm>
            <a:off x="589041" y="2438400"/>
            <a:ext cx="10993359" cy="2684329"/>
          </a:xfrm>
        </p:spPr>
        <p:txBody>
          <a:bodyPr vert="horz" lIns="91440" tIns="45720" rIns="91440" bIns="45720" rtlCol="0" anchor="b">
            <a:normAutofit/>
          </a:bodyPr>
          <a:lstStyle>
            <a:lvl1pPr>
              <a:defRPr lang="en-US" sz="66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6F756E8C-2C5E-B25F-5DAD-4E06067BC734}"/>
              </a:ext>
            </a:extLst>
          </p:cNvPr>
          <p:cNvSpPr>
            <a:spLocks noGrp="1"/>
          </p:cNvSpPr>
          <p:nvPr>
            <p:ph type="subTitle" idx="1"/>
          </p:nvPr>
        </p:nvSpPr>
        <p:spPr>
          <a:xfrm>
            <a:off x="589041" y="5257800"/>
            <a:ext cx="9164559" cy="914400"/>
          </a:xfrm>
        </p:spPr>
        <p:txBody>
          <a:bodyPr vert="horz" lIns="91440" tIns="45720" rIns="91440" bIns="45720" rtlCol="0">
            <a:normAutofit/>
          </a:bodyPr>
          <a:lstStyle>
            <a:lvl1pPr marL="0" indent="0">
              <a:buNone/>
              <a:defRPr lang="en-US" sz="2200" dirty="0">
                <a:solidFill>
                  <a:schemeClr val="tx1"/>
                </a:solidFill>
              </a:defRPr>
            </a:lvl1pPr>
          </a:lstStyle>
          <a:p>
            <a:pPr lvl="0"/>
            <a:r>
              <a:rPr lang="en-US" dirty="0"/>
              <a:t>Click to edit Master subtitle style</a:t>
            </a:r>
          </a:p>
        </p:txBody>
      </p:sp>
      <p:pic>
        <p:nvPicPr>
          <p:cNvPr id="2" name="Graphic 1">
            <a:extLst>
              <a:ext uri="{FF2B5EF4-FFF2-40B4-BE49-F238E27FC236}">
                <a16:creationId xmlns:a16="http://schemas.microsoft.com/office/drawing/2014/main" id="{FB03B42F-CFBB-090D-EC8E-0FC7E903EEE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1" name="Footer Placeholder 10">
            <a:extLst>
              <a:ext uri="{FF2B5EF4-FFF2-40B4-BE49-F238E27FC236}">
                <a16:creationId xmlns:a16="http://schemas.microsoft.com/office/drawing/2014/main" id="{DD36ECCE-2AA5-C398-CA75-78EBCBDCF261}"/>
              </a:ext>
            </a:extLst>
          </p:cNvPr>
          <p:cNvSpPr>
            <a:spLocks noGrp="1"/>
          </p:cNvSpPr>
          <p:nvPr>
            <p:ph type="ftr" sz="quarter" idx="11"/>
          </p:nvPr>
        </p:nvSpPr>
        <p:spPr>
          <a:xfrm>
            <a:off x="6280176" y="152400"/>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FA4C2171-40CE-DE50-6D13-60F77A548C03}"/>
              </a:ext>
            </a:extLst>
          </p:cNvPr>
          <p:cNvSpPr>
            <a:spLocks noGrp="1"/>
          </p:cNvSpPr>
          <p:nvPr>
            <p:ph type="dt" sz="half" idx="10"/>
          </p:nvPr>
        </p:nvSpPr>
        <p:spPr>
          <a:xfrm>
            <a:off x="9531099" y="152400"/>
            <a:ext cx="1800171" cy="365125"/>
          </a:xfrm>
        </p:spPr>
        <p:txBody>
          <a:bodyPr/>
          <a:lstStyle/>
          <a:p>
            <a:fld id="{F7F4CBCF-2EA5-5248-B352-49E9FE7B89CF}" type="datetime1">
              <a:rPr lang="en-US" smtClean="0"/>
              <a:t>12/13/2025</a:t>
            </a:fld>
            <a:endParaRPr lang="en-US"/>
          </a:p>
        </p:txBody>
      </p:sp>
      <p:sp>
        <p:nvSpPr>
          <p:cNvPr id="12" name="Slide Number Placeholder 11">
            <a:extLst>
              <a:ext uri="{FF2B5EF4-FFF2-40B4-BE49-F238E27FC236}">
                <a16:creationId xmlns:a16="http://schemas.microsoft.com/office/drawing/2014/main" id="{73F8FB25-49C8-A3FD-F32A-4C95B18F4A71}"/>
              </a:ext>
            </a:extLst>
          </p:cNvPr>
          <p:cNvSpPr>
            <a:spLocks noGrp="1"/>
          </p:cNvSpPr>
          <p:nvPr>
            <p:ph type="sldNum" sz="quarter" idx="12"/>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35719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192DDA33-D578-2640-B42E-CEBF81697F81}" type="datetime1">
              <a:rPr lang="en-US" smtClean="0"/>
              <a:t>12/13/2025</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pic>
        <p:nvPicPr>
          <p:cNvPr id="13" name="Picture 12" descr="A blue and pink circle&#10;&#10;AI-generated content may be incorrect.">
            <a:extLst>
              <a:ext uri="{FF2B5EF4-FFF2-40B4-BE49-F238E27FC236}">
                <a16:creationId xmlns:a16="http://schemas.microsoft.com/office/drawing/2014/main" id="{4979ADD3-3B85-6E30-8DB1-0F52007945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34B30DE-00B6-8472-CB6C-5E980F9BDD72}"/>
              </a:ext>
            </a:extLst>
          </p:cNvPr>
          <p:cNvSpPr>
            <a:spLocks noGrp="1"/>
          </p:cNvSpPr>
          <p:nvPr>
            <p:ph type="ctrTitle"/>
          </p:nvPr>
        </p:nvSpPr>
        <p:spPr>
          <a:xfrm>
            <a:off x="381000" y="762000"/>
            <a:ext cx="11430000" cy="3657600"/>
          </a:xfrm>
        </p:spPr>
        <p:txBody>
          <a:bodyPr vert="horz" lIns="91440" tIns="45720" rIns="91440" bIns="45720" rtlCol="0" anchor="t">
            <a:normAutofit/>
          </a:bodyPr>
          <a:lstStyle>
            <a:lvl1pPr>
              <a:defRPr lang="en-US" sz="78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EC4BE864-9BF7-0A02-20CD-11179C631C06}"/>
              </a:ext>
            </a:extLst>
          </p:cNvPr>
          <p:cNvSpPr>
            <a:spLocks noGrp="1"/>
          </p:cNvSpPr>
          <p:nvPr>
            <p:ph type="subTitle" idx="1"/>
          </p:nvPr>
        </p:nvSpPr>
        <p:spPr>
          <a:xfrm>
            <a:off x="380999" y="4693206"/>
            <a:ext cx="11423901"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dirty="0"/>
              <a:t>Click to edit Master subtitle style</a:t>
            </a:r>
          </a:p>
        </p:txBody>
      </p:sp>
      <p:sp>
        <p:nvSpPr>
          <p:cNvPr id="6" name="Footer Placeholder 5">
            <a:extLst>
              <a:ext uri="{FF2B5EF4-FFF2-40B4-BE49-F238E27FC236}">
                <a16:creationId xmlns:a16="http://schemas.microsoft.com/office/drawing/2014/main" id="{A21ECD73-1101-370B-043E-9A05C96B37C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Date Placeholder 4">
            <a:extLst>
              <a:ext uri="{FF2B5EF4-FFF2-40B4-BE49-F238E27FC236}">
                <a16:creationId xmlns:a16="http://schemas.microsoft.com/office/drawing/2014/main" id="{C91AED54-AE01-C430-241C-8491E4DE3447}"/>
              </a:ext>
            </a:extLst>
          </p:cNvPr>
          <p:cNvSpPr>
            <a:spLocks noGrp="1"/>
          </p:cNvSpPr>
          <p:nvPr>
            <p:ph type="dt" sz="half" idx="10"/>
          </p:nvPr>
        </p:nvSpPr>
        <p:spPr/>
        <p:txBody>
          <a:bodyPr/>
          <a:lstStyle>
            <a:lvl1pPr>
              <a:defRPr>
                <a:solidFill>
                  <a:schemeClr val="tx1"/>
                </a:solidFill>
              </a:defRPr>
            </a:lvl1pPr>
          </a:lstStyle>
          <a:p>
            <a:fld id="{75D6F905-E9A0-F246-B3D1-2727C4EFD37F}" type="datetime1">
              <a:rPr lang="en-US" smtClean="0"/>
              <a:t>12/13/2025</a:t>
            </a:fld>
            <a:endParaRPr lang="en-US"/>
          </a:p>
        </p:txBody>
      </p:sp>
      <p:sp>
        <p:nvSpPr>
          <p:cNvPr id="10" name="Slide Number Placeholder 9">
            <a:extLst>
              <a:ext uri="{FF2B5EF4-FFF2-40B4-BE49-F238E27FC236}">
                <a16:creationId xmlns:a16="http://schemas.microsoft.com/office/drawing/2014/main" id="{9D2A2F3B-8AF0-A668-5A10-902D91ABB19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6" name="Picture 15" descr="A blue and pink gradient&#10;&#10;AI-generated content may be incorrect.">
            <a:extLst>
              <a:ext uri="{FF2B5EF4-FFF2-40B4-BE49-F238E27FC236}">
                <a16:creationId xmlns:a16="http://schemas.microsoft.com/office/drawing/2014/main" id="{C4E3A73A-08AC-E4D5-72D4-A52D01BE1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EA4B4CAF-A0E8-F09F-D6AB-040C9D9C0D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828725B4-D968-BAAF-19B1-9A4719C72B48}"/>
              </a:ext>
            </a:extLst>
          </p:cNvPr>
          <p:cNvSpPr>
            <a:spLocks noGrp="1"/>
          </p:cNvSpPr>
          <p:nvPr>
            <p:ph type="ctrTitle"/>
          </p:nvPr>
        </p:nvSpPr>
        <p:spPr>
          <a:xfrm>
            <a:off x="609600" y="1215884"/>
            <a:ext cx="10972800" cy="2379013"/>
          </a:xfrm>
        </p:spPr>
        <p:txBody>
          <a:bodyPr anchor="b">
            <a:normAutofit/>
          </a:bodyPr>
          <a:lstStyle>
            <a:lvl1pPr algn="ctr">
              <a:defRPr sz="6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B61B9004-3C8A-9454-2377-0A58ADD11064}"/>
              </a:ext>
            </a:extLst>
          </p:cNvPr>
          <p:cNvSpPr>
            <a:spLocks noGrp="1"/>
          </p:cNvSpPr>
          <p:nvPr>
            <p:ph type="subTitle" idx="1"/>
          </p:nvPr>
        </p:nvSpPr>
        <p:spPr>
          <a:xfrm>
            <a:off x="1524000" y="3695090"/>
            <a:ext cx="9144000" cy="1029310"/>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A0D1CDF6-EB44-5678-B0EF-08B581B13232}"/>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261C10FD-386D-733D-548B-ABCCE0CD112E}"/>
              </a:ext>
            </a:extLst>
          </p:cNvPr>
          <p:cNvSpPr>
            <a:spLocks noGrp="1"/>
          </p:cNvSpPr>
          <p:nvPr>
            <p:ph type="dt" sz="half" idx="10"/>
          </p:nvPr>
        </p:nvSpPr>
        <p:spPr/>
        <p:txBody>
          <a:bodyPr/>
          <a:lstStyle>
            <a:lvl1pPr>
              <a:defRPr>
                <a:solidFill>
                  <a:schemeClr val="tx1"/>
                </a:solidFill>
              </a:defRPr>
            </a:lvl1pPr>
          </a:lstStyle>
          <a:p>
            <a:fld id="{55872412-C725-2842-8141-6F8DA99B275E}" type="datetime1">
              <a:rPr lang="en-US" smtClean="0"/>
              <a:t>12/13/2025</a:t>
            </a:fld>
            <a:endParaRPr lang="en-US"/>
          </a:p>
        </p:txBody>
      </p:sp>
      <p:sp>
        <p:nvSpPr>
          <p:cNvPr id="11" name="Slide Number Placeholder 10">
            <a:extLst>
              <a:ext uri="{FF2B5EF4-FFF2-40B4-BE49-F238E27FC236}">
                <a16:creationId xmlns:a16="http://schemas.microsoft.com/office/drawing/2014/main" id="{C99647C5-B8C9-C91C-8056-A758BA2C5D5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Picture 7" descr="A blurry image of a blue and pink gradient&#10;&#10;AI-generated content may be incorrect.">
            <a:extLst>
              <a:ext uri="{FF2B5EF4-FFF2-40B4-BE49-F238E27FC236}">
                <a16:creationId xmlns:a16="http://schemas.microsoft.com/office/drawing/2014/main" id="{DE9BAE23-5B02-7784-4C10-09E5C32B23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A453100-C9A1-0247-1B59-0CFA0C2BC0C1}"/>
              </a:ext>
            </a:extLst>
          </p:cNvPr>
          <p:cNvSpPr>
            <a:spLocks noGrp="1"/>
          </p:cNvSpPr>
          <p:nvPr>
            <p:ph type="ctrTitle"/>
          </p:nvPr>
        </p:nvSpPr>
        <p:spPr>
          <a:xfrm>
            <a:off x="381000" y="838200"/>
            <a:ext cx="11430000" cy="3657600"/>
          </a:xfrm>
        </p:spPr>
        <p:txBody>
          <a:bodyPr vert="horz" lIns="91440" tIns="45720" rIns="91440" bIns="45720" rtlCol="0" anchor="b">
            <a:normAutofit/>
          </a:bodyPr>
          <a:lstStyle>
            <a:lvl1pPr algn="r">
              <a:defRPr lang="en-US" sz="7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7143F882-C21D-9051-E025-9CB6D3A7255D}"/>
              </a:ext>
            </a:extLst>
          </p:cNvPr>
          <p:cNvSpPr>
            <a:spLocks noGrp="1"/>
          </p:cNvSpPr>
          <p:nvPr>
            <p:ph type="subTitle" idx="1"/>
          </p:nvPr>
        </p:nvSpPr>
        <p:spPr>
          <a:xfrm>
            <a:off x="380999" y="4522304"/>
            <a:ext cx="11423901" cy="1200698"/>
          </a:xfrm>
        </p:spPr>
        <p:txBody>
          <a:bodyPr vert="horz" lIns="91440" tIns="45720" rIns="91440" bIns="45720" rtlCol="0" anchor="t">
            <a:normAutofit/>
          </a:bodyPr>
          <a:lstStyle>
            <a:lvl1pPr marL="0" indent="0" algn="r">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2964A10-FC71-EA8C-A80C-6591AA1FBC4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69B2810-D299-45D4-10D3-829D813C5667}"/>
              </a:ext>
            </a:extLst>
          </p:cNvPr>
          <p:cNvSpPr>
            <a:spLocks noGrp="1"/>
          </p:cNvSpPr>
          <p:nvPr>
            <p:ph type="dt" sz="half" idx="10"/>
          </p:nvPr>
        </p:nvSpPr>
        <p:spPr/>
        <p:txBody>
          <a:bodyPr/>
          <a:lstStyle/>
          <a:p>
            <a:fld id="{93274EE0-8EE6-BB42-BF21-111D3EB8AA70}" type="datetime1">
              <a:rPr lang="en-US" smtClean="0"/>
              <a:t>12/13/2025</a:t>
            </a:fld>
            <a:endParaRPr lang="en-US"/>
          </a:p>
        </p:txBody>
      </p:sp>
      <p:sp>
        <p:nvSpPr>
          <p:cNvPr id="6" name="Slide Number Placeholder 5">
            <a:extLst>
              <a:ext uri="{FF2B5EF4-FFF2-40B4-BE49-F238E27FC236}">
                <a16:creationId xmlns:a16="http://schemas.microsoft.com/office/drawing/2014/main" id="{2ACA30D0-2A71-E8EE-55DA-B29C4CC84EB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DCEB9D3-E2CB-5A44-54CA-3B1A42C2DABE}"/>
              </a:ext>
            </a:extLst>
          </p:cNvPr>
          <p:cNvSpPr>
            <a:spLocks noGrp="1"/>
          </p:cNvSpPr>
          <p:nvPr>
            <p:ph type="pic" sz="quarter" idx="10"/>
          </p:nvPr>
        </p:nvSpPr>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p>
            <a:endParaRPr lang="en-US"/>
          </a:p>
        </p:txBody>
      </p:sp>
      <p:sp>
        <p:nvSpPr>
          <p:cNvPr id="4" name="Title 1">
            <a:extLst>
              <a:ext uri="{FF2B5EF4-FFF2-40B4-BE49-F238E27FC236}">
                <a16:creationId xmlns:a16="http://schemas.microsoft.com/office/drawing/2014/main" id="{76EEAF27-D94E-F4D8-599C-5544E29AAA4E}"/>
              </a:ext>
            </a:extLst>
          </p:cNvPr>
          <p:cNvSpPr>
            <a:spLocks noGrp="1"/>
          </p:cNvSpPr>
          <p:nvPr>
            <p:ph type="ctrTitle"/>
          </p:nvPr>
        </p:nvSpPr>
        <p:spPr>
          <a:xfrm>
            <a:off x="381000" y="4876800"/>
            <a:ext cx="6629400" cy="914400"/>
          </a:xfrm>
        </p:spPr>
        <p:txBody>
          <a:bodyPr vert="horz" lIns="91440" tIns="45720" rIns="91440" bIns="45720" rtlCol="0" anchor="b">
            <a:normAutofit/>
          </a:bodyPr>
          <a:lstStyle>
            <a:lvl1pPr>
              <a:defRPr lang="en-US" sz="5000" dirty="0"/>
            </a:lvl1pPr>
          </a:lstStyle>
          <a:p>
            <a:pPr lvl="0"/>
            <a:r>
              <a:rPr lang="en-US"/>
              <a:t>Click to edit Master title style</a:t>
            </a:r>
          </a:p>
        </p:txBody>
      </p:sp>
      <p:sp>
        <p:nvSpPr>
          <p:cNvPr id="6" name="Subtitle 2">
            <a:extLst>
              <a:ext uri="{FF2B5EF4-FFF2-40B4-BE49-F238E27FC236}">
                <a16:creationId xmlns:a16="http://schemas.microsoft.com/office/drawing/2014/main" id="{E2AD91C1-AABA-5486-26F6-705AEBE1A0FC}"/>
              </a:ext>
            </a:extLst>
          </p:cNvPr>
          <p:cNvSpPr>
            <a:spLocks noGrp="1"/>
          </p:cNvSpPr>
          <p:nvPr>
            <p:ph type="subTitle" idx="1"/>
          </p:nvPr>
        </p:nvSpPr>
        <p:spPr>
          <a:xfrm>
            <a:off x="381000" y="5791200"/>
            <a:ext cx="6629400" cy="533400"/>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23" name="Footer Placeholder 10">
            <a:extLst>
              <a:ext uri="{FF2B5EF4-FFF2-40B4-BE49-F238E27FC236}">
                <a16:creationId xmlns:a16="http://schemas.microsoft.com/office/drawing/2014/main" id="{03310A58-9218-F5EC-4604-561F50426E39}"/>
              </a:ext>
            </a:extLst>
          </p:cNvPr>
          <p:cNvSpPr>
            <a:spLocks noGrp="1"/>
          </p:cNvSpPr>
          <p:nvPr>
            <p:ph type="ftr" sz="quarter" idx="12"/>
          </p:nvPr>
        </p:nvSpPr>
        <p:spPr>
          <a:xfrm>
            <a:off x="6280176" y="152400"/>
            <a:ext cx="3200400" cy="365125"/>
          </a:xfrm>
        </p:spPr>
        <p:txBody>
          <a:bodyPr/>
          <a:lstStyle/>
          <a:p>
            <a:r>
              <a:rPr lang="en-US"/>
              <a:t>Sample Footer Text</a:t>
            </a:r>
          </a:p>
        </p:txBody>
      </p:sp>
      <p:sp>
        <p:nvSpPr>
          <p:cNvPr id="22" name="Date Placeholder 5">
            <a:extLst>
              <a:ext uri="{FF2B5EF4-FFF2-40B4-BE49-F238E27FC236}">
                <a16:creationId xmlns:a16="http://schemas.microsoft.com/office/drawing/2014/main" id="{2DA21EAE-6045-3E9B-D31B-4AC9A3A61CE5}"/>
              </a:ext>
            </a:extLst>
          </p:cNvPr>
          <p:cNvSpPr>
            <a:spLocks noGrp="1"/>
          </p:cNvSpPr>
          <p:nvPr>
            <p:ph type="dt" sz="half" idx="11"/>
          </p:nvPr>
        </p:nvSpPr>
        <p:spPr>
          <a:xfrm>
            <a:off x="9531099" y="152400"/>
            <a:ext cx="1800171" cy="365125"/>
          </a:xfrm>
        </p:spPr>
        <p:txBody>
          <a:bodyPr/>
          <a:lstStyle/>
          <a:p>
            <a:fld id="{5A7D64F7-0C7B-1B47-9658-E887339B9A70}" type="datetime1">
              <a:rPr lang="en-US" smtClean="0"/>
              <a:t>12/13/2025</a:t>
            </a:fld>
            <a:endParaRPr lang="en-US"/>
          </a:p>
        </p:txBody>
      </p:sp>
      <p:sp>
        <p:nvSpPr>
          <p:cNvPr id="24" name="Slide Number Placeholder 11">
            <a:extLst>
              <a:ext uri="{FF2B5EF4-FFF2-40B4-BE49-F238E27FC236}">
                <a16:creationId xmlns:a16="http://schemas.microsoft.com/office/drawing/2014/main" id="{22C589B9-597D-55C7-FAFE-05660F35D677}"/>
              </a:ext>
            </a:extLst>
          </p:cNvPr>
          <p:cNvSpPr>
            <a:spLocks noGrp="1"/>
          </p:cNvSpPr>
          <p:nvPr>
            <p:ph type="sldNum" sz="quarter" idx="13"/>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D81ECD-75EA-ADAF-3DF5-385A64329A6E}"/>
              </a:ext>
            </a:extLst>
          </p:cNvPr>
          <p:cNvSpPr>
            <a:spLocks noGrp="1"/>
          </p:cNvSpPr>
          <p:nvPr>
            <p:ph type="ctrTitle"/>
          </p:nvPr>
        </p:nvSpPr>
        <p:spPr>
          <a:xfrm>
            <a:off x="70104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BE92A243-44D0-242D-CFED-E6D548373BD1}"/>
              </a:ext>
            </a:extLst>
          </p:cNvPr>
          <p:cNvSpPr>
            <a:spLocks noGrp="1"/>
          </p:cNvSpPr>
          <p:nvPr>
            <p:ph type="subTitle" idx="1"/>
          </p:nvPr>
        </p:nvSpPr>
        <p:spPr>
          <a:xfrm>
            <a:off x="7004304" y="4363278"/>
            <a:ext cx="4800600"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C81FF1C8-D50B-713C-E78E-43102F0D727A}"/>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3" name="Footer Placeholder 12">
            <a:extLst>
              <a:ext uri="{FF2B5EF4-FFF2-40B4-BE49-F238E27FC236}">
                <a16:creationId xmlns:a16="http://schemas.microsoft.com/office/drawing/2014/main" id="{C17FD179-595A-DFC0-6FEF-70179B771151}"/>
              </a:ext>
            </a:extLst>
          </p:cNvPr>
          <p:cNvSpPr>
            <a:spLocks noGrp="1"/>
          </p:cNvSpPr>
          <p:nvPr>
            <p:ph type="ftr" sz="quarter" idx="17"/>
          </p:nvPr>
        </p:nvSpPr>
        <p:spPr>
          <a:xfrm>
            <a:off x="381000" y="6347057"/>
            <a:ext cx="2514600" cy="365125"/>
          </a:xfrm>
        </p:spPr>
        <p:txBody>
          <a:bodyPr/>
          <a:lstStyle/>
          <a:p>
            <a:r>
              <a:rPr lang="en-US"/>
              <a:t>Sample Footer Text</a:t>
            </a:r>
          </a:p>
        </p:txBody>
      </p:sp>
      <p:sp>
        <p:nvSpPr>
          <p:cNvPr id="12" name="Date Placeholder 11">
            <a:extLst>
              <a:ext uri="{FF2B5EF4-FFF2-40B4-BE49-F238E27FC236}">
                <a16:creationId xmlns:a16="http://schemas.microsoft.com/office/drawing/2014/main" id="{25DD1448-E731-051E-1681-77A911C310CC}"/>
              </a:ext>
            </a:extLst>
          </p:cNvPr>
          <p:cNvSpPr>
            <a:spLocks noGrp="1"/>
          </p:cNvSpPr>
          <p:nvPr>
            <p:ph type="dt" sz="half" idx="16"/>
          </p:nvPr>
        </p:nvSpPr>
        <p:spPr/>
        <p:txBody>
          <a:bodyPr/>
          <a:lstStyle/>
          <a:p>
            <a:fld id="{D3CD07D3-1C6A-7243-B247-92FB4862F8B6}" type="datetime1">
              <a:rPr lang="en-US" smtClean="0"/>
              <a:t>12/13/2025</a:t>
            </a:fld>
            <a:endParaRPr lang="en-US"/>
          </a:p>
        </p:txBody>
      </p:sp>
      <p:sp>
        <p:nvSpPr>
          <p:cNvPr id="14" name="Slide Number Placeholder 13">
            <a:extLst>
              <a:ext uri="{FF2B5EF4-FFF2-40B4-BE49-F238E27FC236}">
                <a16:creationId xmlns:a16="http://schemas.microsoft.com/office/drawing/2014/main" id="{EFF5DB76-0219-76D2-80FA-63D615A9A10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D948CE-769F-7D67-4E7B-1B9EDECCEC8A}"/>
              </a:ext>
            </a:extLst>
          </p:cNvPr>
          <p:cNvSpPr>
            <a:spLocks noGrp="1"/>
          </p:cNvSpPr>
          <p:nvPr>
            <p:ph type="ctrTitle"/>
          </p:nvPr>
        </p:nvSpPr>
        <p:spPr>
          <a:xfrm>
            <a:off x="381000" y="1371597"/>
            <a:ext cx="4800600" cy="284556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8" name="Subtitle 2">
            <a:extLst>
              <a:ext uri="{FF2B5EF4-FFF2-40B4-BE49-F238E27FC236}">
                <a16:creationId xmlns:a16="http://schemas.microsoft.com/office/drawing/2014/main" id="{87D90BD9-1CD9-8EA4-6145-FDBD4F0BA3DF}"/>
              </a:ext>
            </a:extLst>
          </p:cNvPr>
          <p:cNvSpPr>
            <a:spLocks noGrp="1"/>
          </p:cNvSpPr>
          <p:nvPr>
            <p:ph type="subTitle" idx="1"/>
          </p:nvPr>
        </p:nvSpPr>
        <p:spPr>
          <a:xfrm>
            <a:off x="381000" y="4363278"/>
            <a:ext cx="4800599"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2F60966E-F060-05E7-54E1-129C2360EC95}"/>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4" name="Footer Placeholder 3">
            <a:extLst>
              <a:ext uri="{FF2B5EF4-FFF2-40B4-BE49-F238E27FC236}">
                <a16:creationId xmlns:a16="http://schemas.microsoft.com/office/drawing/2014/main" id="{E7491524-50CE-AA56-089E-9B0375F36DFB}"/>
              </a:ext>
            </a:extLst>
          </p:cNvPr>
          <p:cNvSpPr>
            <a:spLocks noGrp="1"/>
          </p:cNvSpPr>
          <p:nvPr>
            <p:ph type="ftr" sz="quarter" idx="17"/>
          </p:nvPr>
        </p:nvSpPr>
        <p:spPr/>
        <p:txBody>
          <a:bodyPr/>
          <a:lstStyle/>
          <a:p>
            <a:r>
              <a:rPr lang="en-US"/>
              <a:t>Sample Footer Text</a:t>
            </a:r>
          </a:p>
        </p:txBody>
      </p:sp>
      <p:sp>
        <p:nvSpPr>
          <p:cNvPr id="3" name="Date Placeholder 2">
            <a:extLst>
              <a:ext uri="{FF2B5EF4-FFF2-40B4-BE49-F238E27FC236}">
                <a16:creationId xmlns:a16="http://schemas.microsoft.com/office/drawing/2014/main" id="{FED9980E-D0D3-04C2-5215-3DDF66399951}"/>
              </a:ext>
            </a:extLst>
          </p:cNvPr>
          <p:cNvSpPr>
            <a:spLocks noGrp="1"/>
          </p:cNvSpPr>
          <p:nvPr>
            <p:ph type="dt" sz="half" idx="16"/>
          </p:nvPr>
        </p:nvSpPr>
        <p:spPr/>
        <p:txBody>
          <a:bodyPr/>
          <a:lstStyle/>
          <a:p>
            <a:fld id="{A6261448-4908-0A47-BB1E-F6B7BED9DDE3}" type="datetime1">
              <a:rPr lang="en-US" smtClean="0"/>
              <a:t>12/13/2025</a:t>
            </a:fld>
            <a:endParaRPr lang="en-US"/>
          </a:p>
        </p:txBody>
      </p:sp>
      <p:sp>
        <p:nvSpPr>
          <p:cNvPr id="5" name="Slide Number Placeholder 4">
            <a:extLst>
              <a:ext uri="{FF2B5EF4-FFF2-40B4-BE49-F238E27FC236}">
                <a16:creationId xmlns:a16="http://schemas.microsoft.com/office/drawing/2014/main" id="{E33B3FA2-A8FD-6297-22D8-5014419EBEA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15" name="Picture 14" descr="A blue and pink background&#10;&#10;AI-generated content may be incorrect.">
            <a:extLst>
              <a:ext uri="{FF2B5EF4-FFF2-40B4-BE49-F238E27FC236}">
                <a16:creationId xmlns:a16="http://schemas.microsoft.com/office/drawing/2014/main" id="{28646D54-8A43-A2E9-D6C2-B05BA8819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7" name="Graphic 3">
            <a:extLst>
              <a:ext uri="{FF2B5EF4-FFF2-40B4-BE49-F238E27FC236}">
                <a16:creationId xmlns:a16="http://schemas.microsoft.com/office/drawing/2014/main" id="{017BF504-9DEC-0719-1E19-51CE27348830}"/>
              </a:ext>
            </a:extLst>
          </p:cNvPr>
          <p:cNvSpPr/>
          <p:nvPr/>
        </p:nvSpPr>
        <p:spPr>
          <a:xfrm>
            <a:off x="1537" y="5315"/>
            <a:ext cx="12185639" cy="6851669"/>
          </a:xfrm>
          <a:custGeom>
            <a:avLst/>
            <a:gdLst>
              <a:gd name="connsiteX0" fmla="*/ 12185639 w 12185639"/>
              <a:gd name="connsiteY0" fmla="*/ 6851669 h 6851669"/>
              <a:gd name="connsiteX1" fmla="*/ 0 w 12185639"/>
              <a:gd name="connsiteY1" fmla="*/ 6851669 h 6851669"/>
              <a:gd name="connsiteX2" fmla="*/ 0 w 12185639"/>
              <a:gd name="connsiteY2" fmla="*/ 0 h 6851669"/>
              <a:gd name="connsiteX3" fmla="*/ 12185639 w 12185639"/>
              <a:gd name="connsiteY3" fmla="*/ 0 h 6851669"/>
              <a:gd name="connsiteX4" fmla="*/ 12185639 w 12185639"/>
              <a:gd name="connsiteY4" fmla="*/ 6851669 h 6851669"/>
              <a:gd name="connsiteX5" fmla="*/ 501389 w 12185639"/>
              <a:gd name="connsiteY5" fmla="*/ 152259 h 6851669"/>
              <a:gd name="connsiteX6" fmla="*/ 152321 w 12185639"/>
              <a:gd name="connsiteY6" fmla="*/ 501186 h 6851669"/>
              <a:gd name="connsiteX7" fmla="*/ 152321 w 12185639"/>
              <a:gd name="connsiteY7" fmla="*/ 6350484 h 6851669"/>
              <a:gd name="connsiteX8" fmla="*/ 501389 w 12185639"/>
              <a:gd name="connsiteY8" fmla="*/ 6699410 h 6851669"/>
              <a:gd name="connsiteX9" fmla="*/ 11684250 w 12185639"/>
              <a:gd name="connsiteY9" fmla="*/ 6699410 h 6851669"/>
              <a:gd name="connsiteX10" fmla="*/ 12033319 w 12185639"/>
              <a:gd name="connsiteY10" fmla="*/ 6350484 h 6851669"/>
              <a:gd name="connsiteX11" fmla="*/ 12033319 w 12185639"/>
              <a:gd name="connsiteY11" fmla="*/ 1042531 h 6851669"/>
              <a:gd name="connsiteX12" fmla="*/ 11684250 w 12185639"/>
              <a:gd name="connsiteY12" fmla="*/ 693604 h 6851669"/>
              <a:gd name="connsiteX13" fmla="*/ 6363626 w 12185639"/>
              <a:gd name="connsiteY13" fmla="*/ 693604 h 6851669"/>
              <a:gd name="connsiteX14" fmla="*/ 6092914 w 12185639"/>
              <a:gd name="connsiteY14" fmla="*/ 429920 h 6851669"/>
              <a:gd name="connsiteX15" fmla="*/ 6092743 w 12185639"/>
              <a:gd name="connsiteY15" fmla="*/ 415943 h 6851669"/>
              <a:gd name="connsiteX16" fmla="*/ 5822044 w 12185639"/>
              <a:gd name="connsiteY16" fmla="*/ 152259 h 6851669"/>
              <a:gd name="connsiteX17" fmla="*/ 501389 w 12185639"/>
              <a:gd name="connsiteY17" fmla="*/ 152259 h 68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85639" h="6851669">
                <a:moveTo>
                  <a:pt x="12185639" y="6851669"/>
                </a:moveTo>
                <a:lnTo>
                  <a:pt x="0" y="6851669"/>
                </a:lnTo>
                <a:lnTo>
                  <a:pt x="0" y="0"/>
                </a:lnTo>
                <a:lnTo>
                  <a:pt x="12185639" y="0"/>
                </a:lnTo>
                <a:lnTo>
                  <a:pt x="12185639" y="6851669"/>
                </a:lnTo>
                <a:close/>
                <a:moveTo>
                  <a:pt x="501389" y="152259"/>
                </a:moveTo>
                <a:cubicBezTo>
                  <a:pt x="308604" y="152259"/>
                  <a:pt x="152321" y="308479"/>
                  <a:pt x="152321" y="501186"/>
                </a:cubicBezTo>
                <a:lnTo>
                  <a:pt x="152321" y="6350484"/>
                </a:lnTo>
                <a:cubicBezTo>
                  <a:pt x="152321" y="6543154"/>
                  <a:pt x="308604" y="6699410"/>
                  <a:pt x="501389" y="6699410"/>
                </a:cubicBezTo>
                <a:lnTo>
                  <a:pt x="11684250" y="6699410"/>
                </a:lnTo>
                <a:cubicBezTo>
                  <a:pt x="11877063" y="6699410"/>
                  <a:pt x="12033319" y="6543154"/>
                  <a:pt x="12033319" y="6350484"/>
                </a:cubicBezTo>
                <a:lnTo>
                  <a:pt x="12033319" y="1042531"/>
                </a:lnTo>
                <a:cubicBezTo>
                  <a:pt x="12033319" y="849822"/>
                  <a:pt x="11877063" y="693604"/>
                  <a:pt x="11684250" y="693604"/>
                </a:cubicBezTo>
                <a:lnTo>
                  <a:pt x="6363626" y="693604"/>
                </a:lnTo>
                <a:cubicBezTo>
                  <a:pt x="6216396" y="693604"/>
                  <a:pt x="6096621" y="576178"/>
                  <a:pt x="6092914" y="429920"/>
                </a:cubicBezTo>
                <a:lnTo>
                  <a:pt x="6092743" y="415943"/>
                </a:lnTo>
                <a:cubicBezTo>
                  <a:pt x="6089030" y="269684"/>
                  <a:pt x="5969255" y="152259"/>
                  <a:pt x="5822044" y="152259"/>
                </a:cubicBezTo>
                <a:lnTo>
                  <a:pt x="501389" y="152259"/>
                </a:lnTo>
                <a:close/>
              </a:path>
            </a:pathLst>
          </a:custGeom>
          <a:solidFill>
            <a:schemeClr val="bg1"/>
          </a:solidFill>
          <a:ln w="6347" cap="flat">
            <a:noFill/>
            <a:prstDash val="solid"/>
            <a:miter/>
          </a:ln>
        </p:spPr>
        <p:txBody>
          <a:bodyPr rtlCol="0" anchor="ctr"/>
          <a:lstStyle/>
          <a:p>
            <a:endParaRPr lang="en-US"/>
          </a:p>
        </p:txBody>
      </p:sp>
      <p:sp>
        <p:nvSpPr>
          <p:cNvPr id="8" name="Title 1">
            <a:extLst>
              <a:ext uri="{FF2B5EF4-FFF2-40B4-BE49-F238E27FC236}">
                <a16:creationId xmlns:a16="http://schemas.microsoft.com/office/drawing/2014/main" id="{AAA6AA80-3C0A-7F94-0F87-BBBE96ADFF68}"/>
              </a:ext>
            </a:extLst>
          </p:cNvPr>
          <p:cNvSpPr>
            <a:spLocks noGrp="1"/>
          </p:cNvSpPr>
          <p:nvPr>
            <p:ph type="ctrTitle" hasCustomPrompt="1"/>
          </p:nvPr>
        </p:nvSpPr>
        <p:spPr>
          <a:xfrm>
            <a:off x="609600" y="1600200"/>
            <a:ext cx="100584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6" name="Footer Placeholder 10">
            <a:extLst>
              <a:ext uri="{FF2B5EF4-FFF2-40B4-BE49-F238E27FC236}">
                <a16:creationId xmlns:a16="http://schemas.microsoft.com/office/drawing/2014/main" id="{5FC6C00E-827D-90CD-FFF6-1EF511FD6F2B}"/>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endParaRPr lang="en-US">
              <a:solidFill>
                <a:schemeClr val="tx1"/>
              </a:solidFill>
            </a:endParaRPr>
          </a:p>
        </p:txBody>
      </p:sp>
      <p:sp>
        <p:nvSpPr>
          <p:cNvPr id="5" name="Date Placeholder 5">
            <a:extLst>
              <a:ext uri="{FF2B5EF4-FFF2-40B4-BE49-F238E27FC236}">
                <a16:creationId xmlns:a16="http://schemas.microsoft.com/office/drawing/2014/main" id="{1C8E1852-313B-67B6-28F9-5F38A94B1E81}"/>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52EC4BBC-FFA2-B54E-847D-F2577F1B8D0A}" type="datetime1">
              <a:rPr lang="en-US" smtClean="0"/>
              <a:pPr/>
              <a:t>12/13/2025</a:t>
            </a:fld>
            <a:endParaRPr lang="en-US"/>
          </a:p>
        </p:txBody>
      </p:sp>
      <p:sp>
        <p:nvSpPr>
          <p:cNvPr id="9" name="Slide Number Placeholder 11">
            <a:extLst>
              <a:ext uri="{FF2B5EF4-FFF2-40B4-BE49-F238E27FC236}">
                <a16:creationId xmlns:a16="http://schemas.microsoft.com/office/drawing/2014/main" id="{9F6C9A12-D05B-EE84-C2D4-548E5E2732E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0965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14" name="Picture 13" descr="A blurry image of a blue and pink color&#10;&#10;AI-generated content may be incorrect.">
            <a:extLst>
              <a:ext uri="{FF2B5EF4-FFF2-40B4-BE49-F238E27FC236}">
                <a16:creationId xmlns:a16="http://schemas.microsoft.com/office/drawing/2014/main" id="{E8AEC1E5-A1B0-5F0D-7E91-B99164B66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1AC02B19-E76A-5F06-CC78-E185C785940F}"/>
              </a:ext>
            </a:extLst>
          </p:cNvPr>
          <p:cNvSpPr>
            <a:spLocks noGrp="1"/>
          </p:cNvSpPr>
          <p:nvPr>
            <p:ph type="ctrTitle" hasCustomPrompt="1"/>
          </p:nvPr>
        </p:nvSpPr>
        <p:spPr>
          <a:xfrm>
            <a:off x="381000" y="1600200"/>
            <a:ext cx="114300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5" name="Footer Placeholder 4">
            <a:extLst>
              <a:ext uri="{FF2B5EF4-FFF2-40B4-BE49-F238E27FC236}">
                <a16:creationId xmlns:a16="http://schemas.microsoft.com/office/drawing/2014/main" id="{78F6BEA5-7812-E1C8-AD3A-DE3629179E0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A3B1F3F-0C8E-5A7A-475A-00F1006A7B31}"/>
              </a:ext>
            </a:extLst>
          </p:cNvPr>
          <p:cNvSpPr>
            <a:spLocks noGrp="1"/>
          </p:cNvSpPr>
          <p:nvPr>
            <p:ph type="dt" sz="half" idx="10"/>
          </p:nvPr>
        </p:nvSpPr>
        <p:spPr/>
        <p:txBody>
          <a:bodyPr/>
          <a:lstStyle>
            <a:lvl1pPr>
              <a:defRPr>
                <a:solidFill>
                  <a:schemeClr val="tx1"/>
                </a:solidFill>
              </a:defRPr>
            </a:lvl1pPr>
          </a:lstStyle>
          <a:p>
            <a:fld id="{5E18E063-8567-3D4A-98A7-68096F5E3E81}" type="datetime1">
              <a:rPr lang="en-US" smtClean="0"/>
              <a:pPr/>
              <a:t>12/13/2025</a:t>
            </a:fld>
            <a:endParaRPr lang="en-US"/>
          </a:p>
        </p:txBody>
      </p:sp>
      <p:sp>
        <p:nvSpPr>
          <p:cNvPr id="6" name="Slide Number Placeholder 5">
            <a:extLst>
              <a:ext uri="{FF2B5EF4-FFF2-40B4-BE49-F238E27FC236}">
                <a16:creationId xmlns:a16="http://schemas.microsoft.com/office/drawing/2014/main" id="{9435B1E7-7CF5-B0DF-C56E-203939E591D7}"/>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520384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1A1411-1618-7B55-6F05-E4292F281D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C3F75D9-C1DA-5E09-7705-E8EDCDDEEF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61423BE9-C6AD-3608-7312-55246E016EAA}"/>
              </a:ext>
            </a:extLst>
          </p:cNvPr>
          <p:cNvSpPr>
            <a:spLocks noGrp="1"/>
          </p:cNvSpPr>
          <p:nvPr>
            <p:ph type="title"/>
          </p:nvPr>
        </p:nvSpPr>
        <p:spPr>
          <a:xfrm>
            <a:off x="609600" y="685800"/>
            <a:ext cx="6629400" cy="1681218"/>
          </a:xfrm>
        </p:spPr>
        <p:txBody>
          <a:bodyPr anchor="t">
            <a:normAutofit/>
          </a:bodyPr>
          <a:lstStyle>
            <a:lvl1pPr>
              <a:defRPr sz="6800">
                <a:solidFill>
                  <a:schemeClr val="tx1"/>
                </a:solidFill>
              </a:defRPr>
            </a:lvl1pPr>
          </a:lstStyle>
          <a:p>
            <a:r>
              <a:rPr lang="en-US" dirty="0"/>
              <a:t>Click to edit Master title style</a:t>
            </a:r>
          </a:p>
        </p:txBody>
      </p:sp>
      <p:sp>
        <p:nvSpPr>
          <p:cNvPr id="13" name="Content Placeholder 6">
            <a:extLst>
              <a:ext uri="{FF2B5EF4-FFF2-40B4-BE49-F238E27FC236}">
                <a16:creationId xmlns:a16="http://schemas.microsoft.com/office/drawing/2014/main" id="{4DB465B5-8C64-384F-7DC0-7C2D1C976108}"/>
              </a:ext>
            </a:extLst>
          </p:cNvPr>
          <p:cNvSpPr>
            <a:spLocks noGrp="1"/>
          </p:cNvSpPr>
          <p:nvPr>
            <p:ph sz="quarter" idx="13"/>
          </p:nvPr>
        </p:nvSpPr>
        <p:spPr>
          <a:xfrm>
            <a:off x="609601" y="2514600"/>
            <a:ext cx="7086599" cy="3463314"/>
          </a:xfrm>
        </p:spPr>
        <p:txBody>
          <a:bodyPr>
            <a:normAutofit/>
          </a:bodyPr>
          <a:lstStyle>
            <a:lvl1pPr marL="457200" indent="-457200">
              <a:buFont typeface="+mj-lt"/>
              <a:buAutoNum type="arabicPeriod"/>
              <a:defRPr sz="1800">
                <a:solidFill>
                  <a:schemeClr val="tx1"/>
                </a:solidFill>
              </a:defRPr>
            </a:lvl1pPr>
            <a:lvl2pPr marL="685800" indent="-4572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4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98790F-95AF-C438-81C4-A7AFBC618EE3}"/>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9A11A83-974F-916E-4B94-072D216980E7}"/>
              </a:ext>
            </a:extLst>
          </p:cNvPr>
          <p:cNvSpPr>
            <a:spLocks noGrp="1"/>
          </p:cNvSpPr>
          <p:nvPr>
            <p:ph type="dt" sz="half" idx="14"/>
          </p:nvPr>
        </p:nvSpPr>
        <p:spPr/>
        <p:txBody>
          <a:bodyPr/>
          <a:lstStyle>
            <a:lvl1pPr>
              <a:defRPr>
                <a:solidFill>
                  <a:schemeClr val="tx1"/>
                </a:solidFill>
              </a:defRPr>
            </a:lvl1pPr>
          </a:lstStyle>
          <a:p>
            <a:fld id="{48F1EE65-9B75-D34D-9F02-D2E3965E0F0C}" type="datetime1">
              <a:rPr lang="en-US" smtClean="0"/>
              <a:t>12/13/2025</a:t>
            </a:fld>
            <a:endParaRPr lang="en-US"/>
          </a:p>
        </p:txBody>
      </p:sp>
      <p:sp>
        <p:nvSpPr>
          <p:cNvPr id="4" name="Slide Number Placeholder 3">
            <a:extLst>
              <a:ext uri="{FF2B5EF4-FFF2-40B4-BE49-F238E27FC236}">
                <a16:creationId xmlns:a16="http://schemas.microsoft.com/office/drawing/2014/main" id="{A5B9FFFF-03A0-FB05-6654-69512558AAE7}"/>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48801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295885B-1DD3-9A2F-6CE5-85B63AC5CD9F}"/>
              </a:ext>
            </a:extLst>
          </p:cNvPr>
          <p:cNvSpPr>
            <a:spLocks noGrp="1"/>
          </p:cNvSpPr>
          <p:nvPr>
            <p:ph type="title"/>
          </p:nvPr>
        </p:nvSpPr>
        <p:spPr>
          <a:xfrm>
            <a:off x="381000" y="4343400"/>
            <a:ext cx="4800599" cy="2133600"/>
          </a:xfrm>
        </p:spPr>
        <p:txBody>
          <a:bodyPr anchor="b">
            <a:normAutofit/>
          </a:bodyPr>
          <a:lstStyle>
            <a:lvl1pPr>
              <a:defRPr sz="7200"/>
            </a:lvl1pPr>
          </a:lstStyle>
          <a:p>
            <a:r>
              <a:rPr lang="en-US" dirty="0"/>
              <a:t>Click to edit Master title style</a:t>
            </a:r>
          </a:p>
        </p:txBody>
      </p:sp>
      <p:sp>
        <p:nvSpPr>
          <p:cNvPr id="6" name="Picture Placeholder 34">
            <a:extLst>
              <a:ext uri="{FF2B5EF4-FFF2-40B4-BE49-F238E27FC236}">
                <a16:creationId xmlns:a16="http://schemas.microsoft.com/office/drawing/2014/main" id="{41D936BB-D3BE-42B9-6F9B-0D898AFA4EC9}"/>
              </a:ext>
            </a:extLst>
          </p:cNvPr>
          <p:cNvSpPr>
            <a:spLocks noGrp="1"/>
          </p:cNvSpPr>
          <p:nvPr>
            <p:ph type="pic" sz="quarter" idx="14"/>
          </p:nvPr>
        </p:nvSpPr>
        <p:spPr>
          <a:xfrm>
            <a:off x="152400" y="152400"/>
            <a:ext cx="11887200" cy="3733798"/>
          </a:xfrm>
          <a:custGeom>
            <a:avLst/>
            <a:gdLst>
              <a:gd name="connsiteX0" fmla="*/ 349240 w 11887200"/>
              <a:gd name="connsiteY0" fmla="*/ 0 h 3733798"/>
              <a:gd name="connsiteX1" fmla="*/ 11537960 w 11887200"/>
              <a:gd name="connsiteY1" fmla="*/ 0 h 3733798"/>
              <a:gd name="connsiteX2" fmla="*/ 11608344 w 11887200"/>
              <a:gd name="connsiteY2" fmla="*/ 7095 h 3733798"/>
              <a:gd name="connsiteX3" fmla="*/ 11887200 w 11887200"/>
              <a:gd name="connsiteY3" fmla="*/ 349249 h 3733798"/>
              <a:gd name="connsiteX4" fmla="*/ 11887200 w 11887200"/>
              <a:gd name="connsiteY4" fmla="*/ 2021400 h 3733798"/>
              <a:gd name="connsiteX5" fmla="*/ 11537950 w 11887200"/>
              <a:gd name="connsiteY5" fmla="*/ 2370650 h 3733798"/>
              <a:gd name="connsiteX6" fmla="*/ 5378450 w 11887200"/>
              <a:gd name="connsiteY6" fmla="*/ 2370650 h 3733798"/>
              <a:gd name="connsiteX7" fmla="*/ 5029200 w 11887200"/>
              <a:gd name="connsiteY7" fmla="*/ 2719900 h 3733798"/>
              <a:gd name="connsiteX8" fmla="*/ 5029200 w 11887200"/>
              <a:gd name="connsiteY8" fmla="*/ 3384548 h 3733798"/>
              <a:gd name="connsiteX9" fmla="*/ 4679950 w 11887200"/>
              <a:gd name="connsiteY9" fmla="*/ 3733798 h 3733798"/>
              <a:gd name="connsiteX10" fmla="*/ 349250 w 11887200"/>
              <a:gd name="connsiteY10" fmla="*/ 3733798 h 3733798"/>
              <a:gd name="connsiteX11" fmla="*/ 0 w 11887200"/>
              <a:gd name="connsiteY11" fmla="*/ 3384548 h 3733798"/>
              <a:gd name="connsiteX12" fmla="*/ 0 w 11887200"/>
              <a:gd name="connsiteY12" fmla="*/ 349249 h 3733798"/>
              <a:gd name="connsiteX13" fmla="*/ 278864 w 11887200"/>
              <a:gd name="connsiteY13" fmla="*/ 7095 h 373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200" h="3733798">
                <a:moveTo>
                  <a:pt x="349240" y="0"/>
                </a:moveTo>
                <a:lnTo>
                  <a:pt x="11537960" y="0"/>
                </a:lnTo>
                <a:lnTo>
                  <a:pt x="11608344" y="7095"/>
                </a:lnTo>
                <a:cubicBezTo>
                  <a:pt x="11767505" y="39661"/>
                  <a:pt x="11887200" y="180474"/>
                  <a:pt x="11887200" y="349249"/>
                </a:cubicBezTo>
                <a:lnTo>
                  <a:pt x="11887200" y="2021400"/>
                </a:lnTo>
                <a:cubicBezTo>
                  <a:pt x="11887200" y="2214288"/>
                  <a:pt x="11730863" y="2370650"/>
                  <a:pt x="11537950" y="2370650"/>
                </a:cubicBezTo>
                <a:lnTo>
                  <a:pt x="5378450" y="2370650"/>
                </a:lnTo>
                <a:cubicBezTo>
                  <a:pt x="5185563" y="2370650"/>
                  <a:pt x="5029200" y="2527013"/>
                  <a:pt x="5029200" y="2719900"/>
                </a:cubicBezTo>
                <a:lnTo>
                  <a:pt x="5029200" y="3384548"/>
                </a:lnTo>
                <a:cubicBezTo>
                  <a:pt x="5029200" y="3577436"/>
                  <a:pt x="4872838" y="3733798"/>
                  <a:pt x="4679950" y="3733798"/>
                </a:cubicBezTo>
                <a:lnTo>
                  <a:pt x="349250" y="3733798"/>
                </a:lnTo>
                <a:cubicBezTo>
                  <a:pt x="156364" y="3733798"/>
                  <a:pt x="0" y="3577436"/>
                  <a:pt x="0" y="3384548"/>
                </a:cubicBezTo>
                <a:lnTo>
                  <a:pt x="0" y="349249"/>
                </a:lnTo>
                <a:cubicBezTo>
                  <a:pt x="0" y="180474"/>
                  <a:pt x="119716" y="39661"/>
                  <a:pt x="278864" y="709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6">
            <a:extLst>
              <a:ext uri="{FF2B5EF4-FFF2-40B4-BE49-F238E27FC236}">
                <a16:creationId xmlns:a16="http://schemas.microsoft.com/office/drawing/2014/main" id="{97E45652-0A6C-4552-E12E-94E6B8CAAC7E}"/>
              </a:ext>
            </a:extLst>
          </p:cNvPr>
          <p:cNvSpPr>
            <a:spLocks noGrp="1"/>
          </p:cNvSpPr>
          <p:nvPr>
            <p:ph sz="quarter" idx="13"/>
          </p:nvPr>
        </p:nvSpPr>
        <p:spPr>
          <a:xfrm>
            <a:off x="5588000" y="2895600"/>
            <a:ext cx="6223000" cy="32674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F8B1980-1174-ED0C-7D2B-3C8E19442F88}"/>
              </a:ext>
            </a:extLst>
          </p:cNvPr>
          <p:cNvSpPr>
            <a:spLocks noGrp="1"/>
          </p:cNvSpPr>
          <p:nvPr>
            <p:ph type="ftr" sz="quarter" idx="16"/>
          </p:nvPr>
        </p:nvSpPr>
        <p:spPr>
          <a:xfrm>
            <a:off x="5588000" y="6347057"/>
            <a:ext cx="3200400" cy="365125"/>
          </a:xfrm>
        </p:spPr>
        <p:txBody>
          <a:bodyPr/>
          <a:lstStyle/>
          <a:p>
            <a:r>
              <a:rPr lang="en-US"/>
              <a:t>Sample Footer Text</a:t>
            </a:r>
          </a:p>
        </p:txBody>
      </p:sp>
      <p:sp>
        <p:nvSpPr>
          <p:cNvPr id="2" name="Date Placeholder 1">
            <a:extLst>
              <a:ext uri="{FF2B5EF4-FFF2-40B4-BE49-F238E27FC236}">
                <a16:creationId xmlns:a16="http://schemas.microsoft.com/office/drawing/2014/main" id="{0A0E17CE-5CDB-F9B8-508A-EBF750BFDC28}"/>
              </a:ext>
            </a:extLst>
          </p:cNvPr>
          <p:cNvSpPr>
            <a:spLocks noGrp="1"/>
          </p:cNvSpPr>
          <p:nvPr>
            <p:ph type="dt" sz="half" idx="15"/>
          </p:nvPr>
        </p:nvSpPr>
        <p:spPr/>
        <p:txBody>
          <a:bodyPr/>
          <a:lstStyle/>
          <a:p>
            <a:fld id="{BCD35447-68C7-CB49-B79C-2828CACD9C53}" type="datetime1">
              <a:rPr lang="en-US" smtClean="0"/>
              <a:t>12/13/2025</a:t>
            </a:fld>
            <a:endParaRPr lang="en-US"/>
          </a:p>
        </p:txBody>
      </p:sp>
      <p:sp>
        <p:nvSpPr>
          <p:cNvPr id="4" name="Slide Number Placeholder 3">
            <a:extLst>
              <a:ext uri="{FF2B5EF4-FFF2-40B4-BE49-F238E27FC236}">
                <a16:creationId xmlns:a16="http://schemas.microsoft.com/office/drawing/2014/main" id="{7F65A623-B0CB-DF72-7154-FAA599F2E10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5758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33FF05-3096-7497-FA8D-28733AAE75DC}"/>
              </a:ext>
            </a:extLst>
          </p:cNvPr>
          <p:cNvSpPr>
            <a:spLocks noGrp="1"/>
          </p:cNvSpPr>
          <p:nvPr>
            <p:ph type="title"/>
          </p:nvPr>
        </p:nvSpPr>
        <p:spPr>
          <a:xfrm>
            <a:off x="381002" y="2514601"/>
            <a:ext cx="3200398" cy="3657600"/>
          </a:xfrm>
        </p:spPr>
        <p:txBody>
          <a:bodyPr/>
          <a:lstStyle>
            <a:lvl1pPr>
              <a:defRPr sz="3000"/>
            </a:lvl1pPr>
          </a:lstStyle>
          <a:p>
            <a:r>
              <a:rPr lang="en-US"/>
              <a:t>Click to edit Master title style</a:t>
            </a:r>
          </a:p>
        </p:txBody>
      </p:sp>
      <p:sp>
        <p:nvSpPr>
          <p:cNvPr id="11" name="Content Placeholder 10">
            <a:extLst>
              <a:ext uri="{FF2B5EF4-FFF2-40B4-BE49-F238E27FC236}">
                <a16:creationId xmlns:a16="http://schemas.microsoft.com/office/drawing/2014/main" id="{2B0368EA-7806-3BA9-5570-A5102FE7B940}"/>
              </a:ext>
            </a:extLst>
          </p:cNvPr>
          <p:cNvSpPr>
            <a:spLocks noGrp="1"/>
          </p:cNvSpPr>
          <p:nvPr>
            <p:ph sz="quarter" idx="17"/>
          </p:nvPr>
        </p:nvSpPr>
        <p:spPr>
          <a:xfrm>
            <a:off x="4267200" y="2514600"/>
            <a:ext cx="4572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FAB1DF-AD2F-4353-402F-94E47EE3D849}"/>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72495CA-89D9-4C74-A72D-AF6B3A8FCF17}"/>
              </a:ext>
            </a:extLst>
          </p:cNvPr>
          <p:cNvSpPr>
            <a:spLocks noGrp="1"/>
          </p:cNvSpPr>
          <p:nvPr>
            <p:ph type="dt" sz="half" idx="14"/>
          </p:nvPr>
        </p:nvSpPr>
        <p:spPr/>
        <p:txBody>
          <a:bodyPr/>
          <a:lstStyle/>
          <a:p>
            <a:fld id="{A3F75FBB-52A4-3947-9071-787C670AA4F3}" type="datetime1">
              <a:rPr lang="en-US" smtClean="0"/>
              <a:t>12/13/2025</a:t>
            </a:fld>
            <a:endParaRPr lang="en-US"/>
          </a:p>
        </p:txBody>
      </p:sp>
      <p:sp>
        <p:nvSpPr>
          <p:cNvPr id="5" name="Slide Number Placeholder 4">
            <a:extLst>
              <a:ext uri="{FF2B5EF4-FFF2-40B4-BE49-F238E27FC236}">
                <a16:creationId xmlns:a16="http://schemas.microsoft.com/office/drawing/2014/main" id="{079898EE-29F5-4EB1-D6B0-7CAEDDFB329B}"/>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2199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00200"/>
            <a:ext cx="3200401" cy="3657600"/>
          </a:xfrm>
          <a:prstGeom prst="rect">
            <a:avLst/>
          </a:prstGeo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267200" y="1609344"/>
            <a:ext cx="5029200" cy="36576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26833A1-CC94-31F8-5C28-FE32A28041F0}"/>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EDCE220-30D9-99B4-3161-7B7CA3D3A6AA}"/>
              </a:ext>
            </a:extLst>
          </p:cNvPr>
          <p:cNvSpPr>
            <a:spLocks noGrp="1"/>
          </p:cNvSpPr>
          <p:nvPr>
            <p:ph type="dt" sz="half" idx="14"/>
          </p:nvPr>
        </p:nvSpPr>
        <p:spPr/>
        <p:txBody>
          <a:bodyPr/>
          <a:lstStyle/>
          <a:p>
            <a:fld id="{13480301-390C-8846-A6E3-CD2894BE139C}" type="datetime1">
              <a:rPr lang="en-US" smtClean="0"/>
              <a:t>12/13/2025</a:t>
            </a:fld>
            <a:endParaRPr lang="en-US"/>
          </a:p>
        </p:txBody>
      </p:sp>
      <p:sp>
        <p:nvSpPr>
          <p:cNvPr id="5" name="Slide Number Placeholder 4">
            <a:extLst>
              <a:ext uri="{FF2B5EF4-FFF2-40B4-BE49-F238E27FC236}">
                <a16:creationId xmlns:a16="http://schemas.microsoft.com/office/drawing/2014/main" id="{C607D07A-7BD8-5871-3B79-C74FF0E365A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90355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D2CDB4-A600-5D54-5BE6-1FA4F2A9120B}"/>
              </a:ext>
            </a:extLst>
          </p:cNvPr>
          <p:cNvSpPr>
            <a:spLocks noGrp="1"/>
          </p:cNvSpPr>
          <p:nvPr>
            <p:ph type="title"/>
          </p:nvPr>
        </p:nvSpPr>
        <p:spPr>
          <a:xfrm>
            <a:off x="381000" y="1600200"/>
            <a:ext cx="3215641" cy="3657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B283CA2A-27C4-3A5B-CCC8-D39969DABF5D}"/>
              </a:ext>
            </a:extLst>
          </p:cNvPr>
          <p:cNvSpPr>
            <a:spLocks noGrp="1"/>
          </p:cNvSpPr>
          <p:nvPr>
            <p:ph sz="quarter" idx="13"/>
          </p:nvPr>
        </p:nvSpPr>
        <p:spPr>
          <a:xfrm>
            <a:off x="4282441" y="1600200"/>
            <a:ext cx="6842759" cy="32004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7F66AFF-3304-8CC6-CF56-E7AF712FF1A6}"/>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04CE7806-344D-D45A-FF0A-D6669494DD3E}"/>
              </a:ext>
            </a:extLst>
          </p:cNvPr>
          <p:cNvSpPr>
            <a:spLocks noGrp="1"/>
          </p:cNvSpPr>
          <p:nvPr>
            <p:ph type="dt" sz="half" idx="14"/>
          </p:nvPr>
        </p:nvSpPr>
        <p:spPr/>
        <p:txBody>
          <a:bodyPr/>
          <a:lstStyle/>
          <a:p>
            <a:fld id="{C275CAB1-537D-AB4A-86AF-498D16CC8BFB}" type="datetime1">
              <a:rPr lang="en-US" smtClean="0"/>
              <a:t>12/13/2025</a:t>
            </a:fld>
            <a:endParaRPr lang="en-US"/>
          </a:p>
        </p:txBody>
      </p:sp>
      <p:sp>
        <p:nvSpPr>
          <p:cNvPr id="5" name="Slide Number Placeholder 4">
            <a:extLst>
              <a:ext uri="{FF2B5EF4-FFF2-40B4-BE49-F238E27FC236}">
                <a16:creationId xmlns:a16="http://schemas.microsoft.com/office/drawing/2014/main" id="{BDC48EDA-AD65-3CC6-9DF2-10AAA02ED47E}"/>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19312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B302-0DDD-C18C-0048-1CE0B3F62A0A}"/>
              </a:ext>
            </a:extLst>
          </p:cNvPr>
          <p:cNvSpPr>
            <a:spLocks noGrp="1"/>
          </p:cNvSpPr>
          <p:nvPr>
            <p:ph type="title"/>
          </p:nvPr>
        </p:nvSpPr>
        <p:spPr>
          <a:xfrm>
            <a:off x="381000" y="685800"/>
            <a:ext cx="3215642" cy="4419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A4C4BA54-3687-3119-634B-178D88E18F85}"/>
              </a:ext>
            </a:extLst>
          </p:cNvPr>
          <p:cNvSpPr>
            <a:spLocks noGrp="1"/>
          </p:cNvSpPr>
          <p:nvPr>
            <p:ph sz="quarter" idx="13"/>
          </p:nvPr>
        </p:nvSpPr>
        <p:spPr>
          <a:xfrm>
            <a:off x="4288538" y="694944"/>
            <a:ext cx="7522462" cy="4410456"/>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D00CFD0-8801-A840-8082-92086F7985AC}"/>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81133C8-ACEC-C7FF-8853-AC6AA283473D}"/>
              </a:ext>
            </a:extLst>
          </p:cNvPr>
          <p:cNvSpPr>
            <a:spLocks noGrp="1"/>
          </p:cNvSpPr>
          <p:nvPr>
            <p:ph type="dt" sz="half" idx="14"/>
          </p:nvPr>
        </p:nvSpPr>
        <p:spPr/>
        <p:txBody>
          <a:bodyPr/>
          <a:lstStyle/>
          <a:p>
            <a:fld id="{9C9067C8-B2FA-9242-99D3-2AAAEA57F6E3}" type="datetime1">
              <a:rPr lang="en-US" smtClean="0"/>
              <a:t>12/13/2025</a:t>
            </a:fld>
            <a:endParaRPr lang="en-US"/>
          </a:p>
        </p:txBody>
      </p:sp>
      <p:sp>
        <p:nvSpPr>
          <p:cNvPr id="5" name="Slide Number Placeholder 4">
            <a:extLst>
              <a:ext uri="{FF2B5EF4-FFF2-40B4-BE49-F238E27FC236}">
                <a16:creationId xmlns:a16="http://schemas.microsoft.com/office/drawing/2014/main" id="{76924940-A505-A257-1AC1-04850EB787A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08959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35C34-6355-27EB-6385-E2E89A9D6C01}"/>
              </a:ext>
            </a:extLst>
          </p:cNvPr>
          <p:cNvSpPr>
            <a:spLocks noGrp="1"/>
          </p:cNvSpPr>
          <p:nvPr>
            <p:ph type="title"/>
          </p:nvPr>
        </p:nvSpPr>
        <p:spPr>
          <a:xfrm>
            <a:off x="381000" y="707549"/>
            <a:ext cx="3200400" cy="2721451"/>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F8C3733F-A93C-13FB-40FF-0CDAD1C4211A}"/>
              </a:ext>
            </a:extLst>
          </p:cNvPr>
          <p:cNvSpPr>
            <a:spLocks noGrp="1"/>
          </p:cNvSpPr>
          <p:nvPr>
            <p:ph sz="quarter" idx="13"/>
          </p:nvPr>
        </p:nvSpPr>
        <p:spPr>
          <a:xfrm>
            <a:off x="4282441" y="707549"/>
            <a:ext cx="7522459" cy="515985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AAC85AE-CA6A-7906-52B1-EB20693C2432}"/>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3B3A9F3E-7E0A-8060-1610-7ED0C1A9EDE0}"/>
              </a:ext>
            </a:extLst>
          </p:cNvPr>
          <p:cNvSpPr>
            <a:spLocks noGrp="1"/>
          </p:cNvSpPr>
          <p:nvPr>
            <p:ph type="dt" sz="half" idx="14"/>
          </p:nvPr>
        </p:nvSpPr>
        <p:spPr/>
        <p:txBody>
          <a:bodyPr/>
          <a:lstStyle/>
          <a:p>
            <a:fld id="{F2121301-BC9F-2048-8BD9-9D5533C3FEB8}" type="datetime1">
              <a:rPr lang="en-US" smtClean="0"/>
              <a:t>12/13/2025</a:t>
            </a:fld>
            <a:endParaRPr lang="en-US"/>
          </a:p>
        </p:txBody>
      </p:sp>
      <p:sp>
        <p:nvSpPr>
          <p:cNvPr id="5" name="Slide Number Placeholder 4">
            <a:extLst>
              <a:ext uri="{FF2B5EF4-FFF2-40B4-BE49-F238E27FC236}">
                <a16:creationId xmlns:a16="http://schemas.microsoft.com/office/drawing/2014/main" id="{BF234425-1B9E-3F81-93A7-39A902E41764}"/>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190947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8979546-8117-7386-41D7-A795798E3A36}"/>
              </a:ext>
            </a:extLst>
          </p:cNvPr>
          <p:cNvSpPr>
            <a:spLocks noGrp="1"/>
          </p:cNvSpPr>
          <p:nvPr>
            <p:ph type="title" hasCustomPrompt="1"/>
          </p:nvPr>
        </p:nvSpPr>
        <p:spPr>
          <a:xfrm>
            <a:off x="9067800" y="685800"/>
            <a:ext cx="2743200" cy="1828800"/>
          </a:xfrm>
        </p:spPr>
        <p:txBody>
          <a:bodyPr anchor="t"/>
          <a:lstStyle>
            <a:lvl1pPr>
              <a:defRPr/>
            </a:lvl1pPr>
          </a:lstStyle>
          <a:p>
            <a:r>
              <a:rPr lang="en-US" dirty="0"/>
              <a:t>Click to edit Master title style	</a:t>
            </a:r>
          </a:p>
        </p:txBody>
      </p:sp>
      <p:sp>
        <p:nvSpPr>
          <p:cNvPr id="24" name="Picture Placeholder 23">
            <a:extLst>
              <a:ext uri="{FF2B5EF4-FFF2-40B4-BE49-F238E27FC236}">
                <a16:creationId xmlns:a16="http://schemas.microsoft.com/office/drawing/2014/main" id="{ADE402D3-FE8F-0ECD-D3A6-9A5C54E0AB73}"/>
              </a:ext>
            </a:extLst>
          </p:cNvPr>
          <p:cNvSpPr>
            <a:spLocks noGrp="1"/>
          </p:cNvSpPr>
          <p:nvPr>
            <p:ph type="pic" sz="quarter" idx="15"/>
          </p:nvPr>
        </p:nvSpPr>
        <p:spPr>
          <a:xfrm>
            <a:off x="152401"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50 h 6553199"/>
              <a:gd name="connsiteX3" fmla="*/ 7772400 w 7772400"/>
              <a:gd name="connsiteY3" fmla="*/ 6203949 h 6553199"/>
              <a:gd name="connsiteX4" fmla="*/ 7423150 w 7772400"/>
              <a:gd name="connsiteY4" fmla="*/ 6553199 h 6553199"/>
              <a:gd name="connsiteX5" fmla="*/ 4137374 w 7772400"/>
              <a:gd name="connsiteY5" fmla="*/ 6553199 h 6553199"/>
              <a:gd name="connsiteX6" fmla="*/ 3886200 w 7772400"/>
              <a:gd name="connsiteY6" fmla="*/ 6302025 h 6553199"/>
              <a:gd name="connsiteX7" fmla="*/ 3635026 w 7772400"/>
              <a:gd name="connsiteY7" fmla="*/ 6050851 h 6553199"/>
              <a:gd name="connsiteX8" fmla="*/ 349250 w 7772400"/>
              <a:gd name="connsiteY8" fmla="*/ 6050851 h 6553199"/>
              <a:gd name="connsiteX9" fmla="*/ 0 w 7772400"/>
              <a:gd name="connsiteY9" fmla="*/ 5701601 h 6553199"/>
              <a:gd name="connsiteX10" fmla="*/ 0 w 7772400"/>
              <a:gd name="connsiteY10" fmla="*/ 349249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63" y="0"/>
                  <a:pt x="7772400" y="156364"/>
                  <a:pt x="7772400" y="349250"/>
                </a:cubicBezTo>
                <a:lnTo>
                  <a:pt x="7772400" y="6203949"/>
                </a:lnTo>
                <a:cubicBezTo>
                  <a:pt x="7772400" y="6396862"/>
                  <a:pt x="7616063" y="6553199"/>
                  <a:pt x="7423150" y="6553199"/>
                </a:cubicBezTo>
                <a:lnTo>
                  <a:pt x="4137374" y="6553199"/>
                </a:lnTo>
                <a:cubicBezTo>
                  <a:pt x="3998652" y="6553199"/>
                  <a:pt x="3886200" y="6440741"/>
                  <a:pt x="3886200" y="6302025"/>
                </a:cubicBezTo>
                <a:cubicBezTo>
                  <a:pt x="3886200" y="6163303"/>
                  <a:pt x="3773748" y="6050851"/>
                  <a:pt x="3635026" y="6050851"/>
                </a:cubicBezTo>
                <a:lnTo>
                  <a:pt x="349250" y="6050851"/>
                </a:lnTo>
                <a:cubicBezTo>
                  <a:pt x="156364" y="6050851"/>
                  <a:pt x="0" y="5894482"/>
                  <a:pt x="0" y="5701601"/>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3" name="Content Placeholder 2">
            <a:extLst>
              <a:ext uri="{FF2B5EF4-FFF2-40B4-BE49-F238E27FC236}">
                <a16:creationId xmlns:a16="http://schemas.microsoft.com/office/drawing/2014/main" id="{9ED79679-AD22-F26A-8C14-FBF02529B911}"/>
              </a:ext>
            </a:extLst>
          </p:cNvPr>
          <p:cNvSpPr>
            <a:spLocks noGrp="1"/>
          </p:cNvSpPr>
          <p:nvPr>
            <p:ph sz="quarter" idx="19"/>
          </p:nvPr>
        </p:nvSpPr>
        <p:spPr>
          <a:xfrm>
            <a:off x="9067800" y="2697163"/>
            <a:ext cx="273685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25">
            <a:extLst>
              <a:ext uri="{FF2B5EF4-FFF2-40B4-BE49-F238E27FC236}">
                <a16:creationId xmlns:a16="http://schemas.microsoft.com/office/drawing/2014/main" id="{A481F4D9-6FA4-7B89-81A9-C9BB5487665A}"/>
              </a:ext>
            </a:extLst>
          </p:cNvPr>
          <p:cNvSpPr>
            <a:spLocks noGrp="1"/>
          </p:cNvSpPr>
          <p:nvPr>
            <p:ph type="ftr" sz="quarter" idx="17"/>
          </p:nvPr>
        </p:nvSpPr>
        <p:spPr/>
        <p:txBody>
          <a:bodyPr/>
          <a:lstStyle/>
          <a:p>
            <a:r>
              <a:rPr lang="en-US"/>
              <a:t>Sample Footer Text</a:t>
            </a:r>
          </a:p>
        </p:txBody>
      </p:sp>
      <p:sp>
        <p:nvSpPr>
          <p:cNvPr id="25" name="Date Placeholder 24">
            <a:extLst>
              <a:ext uri="{FF2B5EF4-FFF2-40B4-BE49-F238E27FC236}">
                <a16:creationId xmlns:a16="http://schemas.microsoft.com/office/drawing/2014/main" id="{7BD407AA-757D-81E0-5656-C5362BA1A851}"/>
              </a:ext>
            </a:extLst>
          </p:cNvPr>
          <p:cNvSpPr>
            <a:spLocks noGrp="1"/>
          </p:cNvSpPr>
          <p:nvPr>
            <p:ph type="dt" sz="half" idx="16"/>
          </p:nvPr>
        </p:nvSpPr>
        <p:spPr/>
        <p:txBody>
          <a:bodyPr/>
          <a:lstStyle/>
          <a:p>
            <a:fld id="{B5FC2305-971C-BE4F-9A36-18A81034BC3D}" type="datetime1">
              <a:rPr lang="en-US" smtClean="0"/>
              <a:t>12/13/2025</a:t>
            </a:fld>
            <a:endParaRPr lang="en-US"/>
          </a:p>
        </p:txBody>
      </p:sp>
      <p:sp>
        <p:nvSpPr>
          <p:cNvPr id="27" name="Slide Number Placeholder 26">
            <a:extLst>
              <a:ext uri="{FF2B5EF4-FFF2-40B4-BE49-F238E27FC236}">
                <a16:creationId xmlns:a16="http://schemas.microsoft.com/office/drawing/2014/main" id="{279DE387-22FA-A62E-884D-B1091CE2556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87790CD-F333-C0F1-5656-69C089583951}"/>
              </a:ext>
            </a:extLst>
          </p:cNvPr>
          <p:cNvSpPr>
            <a:spLocks noGrp="1"/>
          </p:cNvSpPr>
          <p:nvPr>
            <p:ph type="title"/>
          </p:nvPr>
        </p:nvSpPr>
        <p:spPr>
          <a:xfrm>
            <a:off x="381000" y="685800"/>
            <a:ext cx="2743200" cy="182880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FD4E3168-BE46-DD0E-A208-64B0FE6A35EF}"/>
              </a:ext>
            </a:extLst>
          </p:cNvPr>
          <p:cNvSpPr>
            <a:spLocks noGrp="1"/>
          </p:cNvSpPr>
          <p:nvPr>
            <p:ph sz="quarter" idx="19"/>
          </p:nvPr>
        </p:nvSpPr>
        <p:spPr>
          <a:xfrm>
            <a:off x="381000" y="2697163"/>
            <a:ext cx="274320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CF3E2CD-E4FF-604F-C779-35D98A0D9C67}"/>
              </a:ext>
            </a:extLst>
          </p:cNvPr>
          <p:cNvSpPr>
            <a:spLocks noGrp="1"/>
          </p:cNvSpPr>
          <p:nvPr>
            <p:ph type="pic" sz="quarter" idx="15"/>
          </p:nvPr>
        </p:nvSpPr>
        <p:spPr>
          <a:xfrm>
            <a:off x="4267169"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49 h 6553199"/>
              <a:gd name="connsiteX3" fmla="*/ 7772400 w 7772400"/>
              <a:gd name="connsiteY3" fmla="*/ 5701601 h 6553199"/>
              <a:gd name="connsiteX4" fmla="*/ 7423150 w 7772400"/>
              <a:gd name="connsiteY4" fmla="*/ 6050851 h 6553199"/>
              <a:gd name="connsiteX5" fmla="*/ 4137374 w 7772400"/>
              <a:gd name="connsiteY5" fmla="*/ 6050851 h 6553199"/>
              <a:gd name="connsiteX6" fmla="*/ 3886200 w 7772400"/>
              <a:gd name="connsiteY6" fmla="*/ 6302025 h 6553199"/>
              <a:gd name="connsiteX7" fmla="*/ 3635026 w 7772400"/>
              <a:gd name="connsiteY7" fmla="*/ 6553199 h 6553199"/>
              <a:gd name="connsiteX8" fmla="*/ 349250 w 7772400"/>
              <a:gd name="connsiteY8" fmla="*/ 6553199 h 6553199"/>
              <a:gd name="connsiteX9" fmla="*/ 0 w 7772400"/>
              <a:gd name="connsiteY9" fmla="*/ 6203949 h 6553199"/>
              <a:gd name="connsiteX10" fmla="*/ 0 w 7772400"/>
              <a:gd name="connsiteY10" fmla="*/ 349250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36" y="0"/>
                  <a:pt x="7772400" y="156364"/>
                  <a:pt x="7772400" y="349249"/>
                </a:cubicBezTo>
                <a:lnTo>
                  <a:pt x="7772400" y="5701601"/>
                </a:lnTo>
                <a:cubicBezTo>
                  <a:pt x="7772400" y="5894482"/>
                  <a:pt x="7616036" y="6050851"/>
                  <a:pt x="7423150" y="6050851"/>
                </a:cubicBezTo>
                <a:lnTo>
                  <a:pt x="4137374" y="6050851"/>
                </a:lnTo>
                <a:cubicBezTo>
                  <a:pt x="3998652" y="6050851"/>
                  <a:pt x="3886200" y="6163303"/>
                  <a:pt x="3886200" y="6302025"/>
                </a:cubicBezTo>
                <a:cubicBezTo>
                  <a:pt x="3886200" y="6440741"/>
                  <a:pt x="3773748" y="6553199"/>
                  <a:pt x="3635026" y="6553199"/>
                </a:cubicBezTo>
                <a:lnTo>
                  <a:pt x="349250" y="6553199"/>
                </a:lnTo>
                <a:cubicBezTo>
                  <a:pt x="156337" y="6553199"/>
                  <a:pt x="0" y="6396862"/>
                  <a:pt x="0" y="6203949"/>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20" name="Footer Placeholder 19">
            <a:extLst>
              <a:ext uri="{FF2B5EF4-FFF2-40B4-BE49-F238E27FC236}">
                <a16:creationId xmlns:a16="http://schemas.microsoft.com/office/drawing/2014/main" id="{9C7A36CE-789D-54A7-FBA5-A7874CD124FF}"/>
              </a:ext>
            </a:extLst>
          </p:cNvPr>
          <p:cNvSpPr>
            <a:spLocks noGrp="1"/>
          </p:cNvSpPr>
          <p:nvPr>
            <p:ph type="ftr" sz="quarter" idx="17"/>
          </p:nvPr>
        </p:nvSpPr>
        <p:spPr/>
        <p:txBody>
          <a:bodyPr/>
          <a:lstStyle/>
          <a:p>
            <a:r>
              <a:rPr lang="en-US"/>
              <a:t>Sample Footer Text</a:t>
            </a:r>
          </a:p>
        </p:txBody>
      </p:sp>
      <p:sp>
        <p:nvSpPr>
          <p:cNvPr id="19" name="Date Placeholder 18">
            <a:extLst>
              <a:ext uri="{FF2B5EF4-FFF2-40B4-BE49-F238E27FC236}">
                <a16:creationId xmlns:a16="http://schemas.microsoft.com/office/drawing/2014/main" id="{32C91AF8-BAF4-9A6D-74C4-A3C09EED59CE}"/>
              </a:ext>
            </a:extLst>
          </p:cNvPr>
          <p:cNvSpPr>
            <a:spLocks noGrp="1"/>
          </p:cNvSpPr>
          <p:nvPr>
            <p:ph type="dt" sz="half" idx="16"/>
          </p:nvPr>
        </p:nvSpPr>
        <p:spPr/>
        <p:txBody>
          <a:bodyPr/>
          <a:lstStyle/>
          <a:p>
            <a:fld id="{6FAC4171-8BCA-1740-A615-A2F6C531D1D6}" type="datetime1">
              <a:rPr lang="en-US" smtClean="0"/>
              <a:t>12/13/2025</a:t>
            </a:fld>
            <a:endParaRPr lang="en-US"/>
          </a:p>
        </p:txBody>
      </p:sp>
      <p:sp>
        <p:nvSpPr>
          <p:cNvPr id="21" name="Slide Number Placeholder 20">
            <a:extLst>
              <a:ext uri="{FF2B5EF4-FFF2-40B4-BE49-F238E27FC236}">
                <a16:creationId xmlns:a16="http://schemas.microsoft.com/office/drawing/2014/main" id="{0BCA39C5-9F64-B755-BEB5-B84576E593B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4009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6123794-32E7-D1A7-A06F-935705E38644}"/>
              </a:ext>
            </a:extLst>
          </p:cNvPr>
          <p:cNvSpPr>
            <a:spLocks noGrp="1"/>
          </p:cNvSpPr>
          <p:nvPr>
            <p:ph type="title"/>
          </p:nvPr>
        </p:nvSpPr>
        <p:spPr>
          <a:xfrm>
            <a:off x="381000" y="4380186"/>
            <a:ext cx="2743200" cy="1792014"/>
          </a:xfrm>
        </p:spPr>
        <p:txBody>
          <a:bodyPr anchor="t">
            <a:normAutofit/>
          </a:bodyPr>
          <a:lstStyle>
            <a:lvl1pPr>
              <a:defRPr sz="3000"/>
            </a:lvl1pPr>
          </a:lstStyle>
          <a:p>
            <a:r>
              <a:rPr lang="en-US" dirty="0"/>
              <a:t>Click to edit Master title style</a:t>
            </a:r>
          </a:p>
        </p:txBody>
      </p:sp>
      <p:sp>
        <p:nvSpPr>
          <p:cNvPr id="13" name="Picture Placeholder 12">
            <a:extLst>
              <a:ext uri="{FF2B5EF4-FFF2-40B4-BE49-F238E27FC236}">
                <a16:creationId xmlns:a16="http://schemas.microsoft.com/office/drawing/2014/main" id="{B0404783-A1B8-D809-2811-6EB9AA4C8076}"/>
              </a:ext>
            </a:extLst>
          </p:cNvPr>
          <p:cNvSpPr>
            <a:spLocks noGrp="1"/>
          </p:cNvSpPr>
          <p:nvPr>
            <p:ph type="pic" sz="quarter" idx="19"/>
          </p:nvPr>
        </p:nvSpPr>
        <p:spPr>
          <a:xfrm>
            <a:off x="152400" y="152400"/>
            <a:ext cx="11887200" cy="4188118"/>
          </a:xfrm>
          <a:custGeom>
            <a:avLst/>
            <a:gdLst>
              <a:gd name="connsiteX0" fmla="*/ 283883 w 11887200"/>
              <a:gd name="connsiteY0" fmla="*/ 0 h 4188118"/>
              <a:gd name="connsiteX1" fmla="*/ 11603325 w 11887200"/>
              <a:gd name="connsiteY1" fmla="*/ 0 h 4188118"/>
              <a:gd name="connsiteX2" fmla="*/ 11608344 w 11887200"/>
              <a:gd name="connsiteY2" fmla="*/ 505 h 4188118"/>
              <a:gd name="connsiteX3" fmla="*/ 11887200 w 11887200"/>
              <a:gd name="connsiteY3" fmla="*/ 342315 h 4188118"/>
              <a:gd name="connsiteX4" fmla="*/ 11887200 w 11887200"/>
              <a:gd name="connsiteY4" fmla="*/ 3839220 h 4188118"/>
              <a:gd name="connsiteX5" fmla="*/ 11537950 w 11887200"/>
              <a:gd name="connsiteY5" fmla="*/ 4188118 h 4188118"/>
              <a:gd name="connsiteX6" fmla="*/ 3733800 w 11887200"/>
              <a:gd name="connsiteY6" fmla="*/ 4188118 h 4188118"/>
              <a:gd name="connsiteX7" fmla="*/ 3462878 w 11887200"/>
              <a:gd name="connsiteY7" fmla="*/ 3917468 h 4188118"/>
              <a:gd name="connsiteX8" fmla="*/ 3191955 w 11887200"/>
              <a:gd name="connsiteY8" fmla="*/ 3646818 h 4188118"/>
              <a:gd name="connsiteX9" fmla="*/ 349250 w 11887200"/>
              <a:gd name="connsiteY9" fmla="*/ 3646818 h 4188118"/>
              <a:gd name="connsiteX10" fmla="*/ 0 w 11887200"/>
              <a:gd name="connsiteY10" fmla="*/ 3297920 h 4188118"/>
              <a:gd name="connsiteX11" fmla="*/ 0 w 11887200"/>
              <a:gd name="connsiteY11" fmla="*/ 342316 h 4188118"/>
              <a:gd name="connsiteX12" fmla="*/ 278864 w 11887200"/>
              <a:gd name="connsiteY12" fmla="*/ 505 h 418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200" h="4188118">
                <a:moveTo>
                  <a:pt x="283883" y="0"/>
                </a:moveTo>
                <a:lnTo>
                  <a:pt x="11603325" y="0"/>
                </a:lnTo>
                <a:lnTo>
                  <a:pt x="11608344" y="505"/>
                </a:lnTo>
                <a:cubicBezTo>
                  <a:pt x="11767505" y="33039"/>
                  <a:pt x="11887200" y="173710"/>
                  <a:pt x="11887200" y="342315"/>
                </a:cubicBezTo>
                <a:lnTo>
                  <a:pt x="11887200" y="3839220"/>
                </a:lnTo>
                <a:cubicBezTo>
                  <a:pt x="11887200" y="4031913"/>
                  <a:pt x="11730863" y="4188118"/>
                  <a:pt x="11537950" y="4188118"/>
                </a:cubicBezTo>
                <a:lnTo>
                  <a:pt x="3733800" y="4188118"/>
                </a:lnTo>
                <a:cubicBezTo>
                  <a:pt x="3584175" y="4188118"/>
                  <a:pt x="3462878" y="4066942"/>
                  <a:pt x="3462878" y="3917468"/>
                </a:cubicBezTo>
                <a:cubicBezTo>
                  <a:pt x="3462878" y="3767994"/>
                  <a:pt x="3341579" y="3646818"/>
                  <a:pt x="3191955" y="3646818"/>
                </a:cubicBezTo>
                <a:lnTo>
                  <a:pt x="349250" y="3646818"/>
                </a:lnTo>
                <a:cubicBezTo>
                  <a:pt x="156365" y="3646818"/>
                  <a:pt x="0" y="3490613"/>
                  <a:pt x="0" y="3297920"/>
                </a:cubicBezTo>
                <a:lnTo>
                  <a:pt x="0" y="342316"/>
                </a:lnTo>
                <a:cubicBezTo>
                  <a:pt x="0" y="173711"/>
                  <a:pt x="119716" y="33039"/>
                  <a:pt x="278864" y="50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46B89886-D0B7-2E42-CC85-382090FCE24B}"/>
              </a:ext>
            </a:extLst>
          </p:cNvPr>
          <p:cNvSpPr>
            <a:spLocks noGrp="1"/>
          </p:cNvSpPr>
          <p:nvPr>
            <p:ph sz="quarter" idx="14"/>
          </p:nvPr>
        </p:nvSpPr>
        <p:spPr>
          <a:xfrm>
            <a:off x="4038600" y="4800601"/>
            <a:ext cx="7772400" cy="137160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0D96629-7636-13CD-DDAE-3FAF9A84C04C}"/>
              </a:ext>
            </a:extLst>
          </p:cNvPr>
          <p:cNvSpPr>
            <a:spLocks noGrp="1"/>
          </p:cNvSpPr>
          <p:nvPr>
            <p:ph type="ftr" sz="quarter" idx="17"/>
          </p:nvPr>
        </p:nvSpPr>
        <p:spPr/>
        <p:txBody>
          <a:bodyPr/>
          <a:lstStyle/>
          <a:p>
            <a:r>
              <a:rPr lang="en-US"/>
              <a:t>Sample Footer Text</a:t>
            </a:r>
          </a:p>
        </p:txBody>
      </p:sp>
      <p:sp>
        <p:nvSpPr>
          <p:cNvPr id="2" name="Date Placeholder 1">
            <a:extLst>
              <a:ext uri="{FF2B5EF4-FFF2-40B4-BE49-F238E27FC236}">
                <a16:creationId xmlns:a16="http://schemas.microsoft.com/office/drawing/2014/main" id="{BBC96C14-DFFB-28AC-C7C2-F4CA75ED220F}"/>
              </a:ext>
            </a:extLst>
          </p:cNvPr>
          <p:cNvSpPr>
            <a:spLocks noGrp="1"/>
          </p:cNvSpPr>
          <p:nvPr>
            <p:ph type="dt" sz="half" idx="16"/>
          </p:nvPr>
        </p:nvSpPr>
        <p:spPr/>
        <p:txBody>
          <a:bodyPr/>
          <a:lstStyle/>
          <a:p>
            <a:fld id="{C5987AE8-F78F-CC42-9328-6043D017DE32}" type="datetime1">
              <a:rPr lang="en-US" smtClean="0"/>
              <a:t>12/13/2025</a:t>
            </a:fld>
            <a:endParaRPr lang="en-US"/>
          </a:p>
        </p:txBody>
      </p:sp>
      <p:sp>
        <p:nvSpPr>
          <p:cNvPr id="5" name="Slide Number Placeholder 4">
            <a:extLst>
              <a:ext uri="{FF2B5EF4-FFF2-40B4-BE49-F238E27FC236}">
                <a16:creationId xmlns:a16="http://schemas.microsoft.com/office/drawing/2014/main" id="{D8267B94-172F-C06B-ACF0-7E24490AD41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649CB69A-2A75-F048-B0D8-F5328E5C18F8}" type="datetime1">
              <a:rPr lang="en-US" smtClean="0"/>
              <a:t>12/13/2025</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574191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89B3-4BC0-8CBA-6C8C-DB3E149D9163}"/>
              </a:ext>
            </a:extLst>
          </p:cNvPr>
          <p:cNvSpPr>
            <a:spLocks noGrp="1"/>
          </p:cNvSpPr>
          <p:nvPr>
            <p:ph type="title"/>
          </p:nvPr>
        </p:nvSpPr>
        <p:spPr>
          <a:xfrm>
            <a:off x="381000" y="687787"/>
            <a:ext cx="3657600" cy="1479477"/>
          </a:xfrm>
        </p:spPr>
        <p:txBody>
          <a:bodyPr anchor="t">
            <a:normAutofit/>
          </a:bodyPr>
          <a:lstStyle>
            <a:lvl1pPr>
              <a:defRPr sz="3000"/>
            </a:lvl1pPr>
          </a:lstStyle>
          <a:p>
            <a:r>
              <a:rPr lang="en-US"/>
              <a:t>Click to edit Master title style</a:t>
            </a:r>
          </a:p>
        </p:txBody>
      </p:sp>
      <p:sp>
        <p:nvSpPr>
          <p:cNvPr id="4" name="Content Placeholder 7">
            <a:extLst>
              <a:ext uri="{FF2B5EF4-FFF2-40B4-BE49-F238E27FC236}">
                <a16:creationId xmlns:a16="http://schemas.microsoft.com/office/drawing/2014/main" id="{93D7441D-47D4-6327-58AD-E2323761EF43}"/>
              </a:ext>
            </a:extLst>
          </p:cNvPr>
          <p:cNvSpPr>
            <a:spLocks noGrp="1"/>
          </p:cNvSpPr>
          <p:nvPr>
            <p:ph sz="quarter" idx="14"/>
          </p:nvPr>
        </p:nvSpPr>
        <p:spPr>
          <a:xfrm>
            <a:off x="3811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BB15437-61C3-B4EF-E477-7EC4FFB3A231}"/>
              </a:ext>
            </a:extLst>
          </p:cNvPr>
          <p:cNvSpPr>
            <a:spLocks noGrp="1"/>
          </p:cNvSpPr>
          <p:nvPr>
            <p:ph type="pic" sz="quarter" idx="15"/>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15" name="Footer Placeholder 14">
            <a:extLst>
              <a:ext uri="{FF2B5EF4-FFF2-40B4-BE49-F238E27FC236}">
                <a16:creationId xmlns:a16="http://schemas.microsoft.com/office/drawing/2014/main" id="{7FE5C307-6369-CF58-0A50-89212DFBD1CB}"/>
              </a:ext>
            </a:extLst>
          </p:cNvPr>
          <p:cNvSpPr>
            <a:spLocks noGrp="1"/>
          </p:cNvSpPr>
          <p:nvPr>
            <p:ph type="ftr" sz="quarter" idx="17"/>
          </p:nvPr>
        </p:nvSpPr>
        <p:spPr/>
        <p:txBody>
          <a:bodyPr/>
          <a:lstStyle/>
          <a:p>
            <a:r>
              <a:rPr lang="en-US"/>
              <a:t>Sample Footer Text</a:t>
            </a:r>
          </a:p>
        </p:txBody>
      </p:sp>
      <p:sp>
        <p:nvSpPr>
          <p:cNvPr id="14" name="Date Placeholder 13">
            <a:extLst>
              <a:ext uri="{FF2B5EF4-FFF2-40B4-BE49-F238E27FC236}">
                <a16:creationId xmlns:a16="http://schemas.microsoft.com/office/drawing/2014/main" id="{7EC422F6-7257-B0F1-4018-B56FEDC412E4}"/>
              </a:ext>
            </a:extLst>
          </p:cNvPr>
          <p:cNvSpPr>
            <a:spLocks noGrp="1"/>
          </p:cNvSpPr>
          <p:nvPr>
            <p:ph type="dt" sz="half" idx="16"/>
          </p:nvPr>
        </p:nvSpPr>
        <p:spPr/>
        <p:txBody>
          <a:bodyPr/>
          <a:lstStyle/>
          <a:p>
            <a:fld id="{CB04B35F-5075-784C-9FF4-85B4381265F5}" type="datetime1">
              <a:rPr lang="en-US" smtClean="0"/>
              <a:t>12/13/2025</a:t>
            </a:fld>
            <a:endParaRPr lang="en-US"/>
          </a:p>
        </p:txBody>
      </p:sp>
      <p:sp>
        <p:nvSpPr>
          <p:cNvPr id="16" name="Slide Number Placeholder 15">
            <a:extLst>
              <a:ext uri="{FF2B5EF4-FFF2-40B4-BE49-F238E27FC236}">
                <a16:creationId xmlns:a16="http://schemas.microsoft.com/office/drawing/2014/main" id="{0E28D06D-C260-17A4-72EE-F62EE249E4C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462785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D90E99A5-9B5B-654B-AFAE-033D0C138539}" type="datetime1">
              <a:rPr lang="en-US" smtClean="0"/>
              <a:t>12/13/2025</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773997-CD4B-E689-3BAF-0C9897FE8A08}"/>
              </a:ext>
            </a:extLst>
          </p:cNvPr>
          <p:cNvSpPr>
            <a:spLocks noGrp="1"/>
          </p:cNvSpPr>
          <p:nvPr>
            <p:ph type="title"/>
          </p:nvPr>
        </p:nvSpPr>
        <p:spPr>
          <a:xfrm>
            <a:off x="381000" y="685799"/>
            <a:ext cx="4572000" cy="1142665"/>
          </a:xfrm>
        </p:spPr>
        <p:txBody>
          <a:bodyPr anchor="t">
            <a:normAutofit/>
          </a:bodyPr>
          <a:lstStyle>
            <a:lvl1pPr>
              <a:defRPr sz="3000"/>
            </a:lvl1pPr>
          </a:lstStyle>
          <a:p>
            <a:r>
              <a:rPr lang="en-US"/>
              <a:t>Click to edit Master title style</a:t>
            </a:r>
          </a:p>
        </p:txBody>
      </p:sp>
      <p:sp>
        <p:nvSpPr>
          <p:cNvPr id="5" name="Content Placeholder 7">
            <a:extLst>
              <a:ext uri="{FF2B5EF4-FFF2-40B4-BE49-F238E27FC236}">
                <a16:creationId xmlns:a16="http://schemas.microsoft.com/office/drawing/2014/main" id="{24EBD2AD-58AA-F811-7CF8-B1ED45891343}"/>
              </a:ext>
            </a:extLst>
          </p:cNvPr>
          <p:cNvSpPr>
            <a:spLocks noGrp="1"/>
          </p:cNvSpPr>
          <p:nvPr>
            <p:ph sz="quarter" idx="14"/>
          </p:nvPr>
        </p:nvSpPr>
        <p:spPr>
          <a:xfrm>
            <a:off x="381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D095B35F-B5A5-E348-6D44-317477DFD782}"/>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16" name="Footer Placeholder 15">
            <a:extLst>
              <a:ext uri="{FF2B5EF4-FFF2-40B4-BE49-F238E27FC236}">
                <a16:creationId xmlns:a16="http://schemas.microsoft.com/office/drawing/2014/main" id="{85197084-03D2-BA85-1A71-C94937FB0C74}"/>
              </a:ext>
            </a:extLst>
          </p:cNvPr>
          <p:cNvSpPr>
            <a:spLocks noGrp="1"/>
          </p:cNvSpPr>
          <p:nvPr>
            <p:ph type="ftr" sz="quarter" idx="17"/>
          </p:nvPr>
        </p:nvSpPr>
        <p:spPr/>
        <p:txBody>
          <a:bodyPr/>
          <a:lstStyle/>
          <a:p>
            <a:r>
              <a:rPr lang="en-US"/>
              <a:t>Sample Footer Text</a:t>
            </a:r>
          </a:p>
        </p:txBody>
      </p:sp>
      <p:sp>
        <p:nvSpPr>
          <p:cNvPr id="15" name="Date Placeholder 14">
            <a:extLst>
              <a:ext uri="{FF2B5EF4-FFF2-40B4-BE49-F238E27FC236}">
                <a16:creationId xmlns:a16="http://schemas.microsoft.com/office/drawing/2014/main" id="{5DD74A05-12EB-2CFB-1BE4-790E0060392D}"/>
              </a:ext>
            </a:extLst>
          </p:cNvPr>
          <p:cNvSpPr>
            <a:spLocks noGrp="1"/>
          </p:cNvSpPr>
          <p:nvPr>
            <p:ph type="dt" sz="half" idx="16"/>
          </p:nvPr>
        </p:nvSpPr>
        <p:spPr/>
        <p:txBody>
          <a:bodyPr/>
          <a:lstStyle/>
          <a:p>
            <a:fld id="{018FC212-A04D-EC40-A3FF-C37DE82847B2}" type="datetime1">
              <a:rPr lang="en-US" smtClean="0"/>
              <a:t>12/13/2025</a:t>
            </a:fld>
            <a:endParaRPr lang="en-US"/>
          </a:p>
        </p:txBody>
      </p:sp>
      <p:sp>
        <p:nvSpPr>
          <p:cNvPr id="17" name="Slide Number Placeholder 16">
            <a:extLst>
              <a:ext uri="{FF2B5EF4-FFF2-40B4-BE49-F238E27FC236}">
                <a16:creationId xmlns:a16="http://schemas.microsoft.com/office/drawing/2014/main" id="{3D1CC9AC-FA0F-A8C9-DB39-662464481C73}"/>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440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9561B74-B661-DA6C-F6CF-F6ACE60051C0}"/>
              </a:ext>
            </a:extLst>
          </p:cNvPr>
          <p:cNvSpPr>
            <a:spLocks noGrp="1"/>
          </p:cNvSpPr>
          <p:nvPr>
            <p:ph type="title"/>
          </p:nvPr>
        </p:nvSpPr>
        <p:spPr>
          <a:xfrm>
            <a:off x="381000" y="4345531"/>
            <a:ext cx="2971800" cy="1826669"/>
          </a:xfrm>
        </p:spPr>
        <p:txBody>
          <a:bodyPr anchor="t">
            <a:normAutofit/>
          </a:bodyPr>
          <a:lstStyle>
            <a:lvl1pPr>
              <a:defRPr sz="3000"/>
            </a:lvl1pPr>
          </a:lstStyle>
          <a:p>
            <a:r>
              <a:rPr lang="en-US"/>
              <a:t>Click to edit Master title style</a:t>
            </a:r>
          </a:p>
        </p:txBody>
      </p:sp>
      <p:sp>
        <p:nvSpPr>
          <p:cNvPr id="14" name="Picture Placeholder 13">
            <a:extLst>
              <a:ext uri="{FF2B5EF4-FFF2-40B4-BE49-F238E27FC236}">
                <a16:creationId xmlns:a16="http://schemas.microsoft.com/office/drawing/2014/main" id="{9DBA1807-8655-C7D6-98CF-2A2A8943833B}"/>
              </a:ext>
            </a:extLst>
          </p:cNvPr>
          <p:cNvSpPr>
            <a:spLocks noGrp="1"/>
          </p:cNvSpPr>
          <p:nvPr>
            <p:ph type="pic" sz="quarter" idx="15"/>
          </p:nvPr>
        </p:nvSpPr>
        <p:spPr>
          <a:xfrm>
            <a:off x="152401" y="152400"/>
            <a:ext cx="11887199" cy="3657600"/>
          </a:xfrm>
          <a:custGeom>
            <a:avLst/>
            <a:gdLst>
              <a:gd name="connsiteX0" fmla="*/ 349250 w 11887199"/>
              <a:gd name="connsiteY0" fmla="*/ 0 h 3657600"/>
              <a:gd name="connsiteX1" fmla="*/ 5672932 w 11887199"/>
              <a:gd name="connsiteY1" fmla="*/ 0 h 3657600"/>
              <a:gd name="connsiteX2" fmla="*/ 5943600 w 11887199"/>
              <a:gd name="connsiteY2" fmla="*/ 270704 h 3657600"/>
              <a:gd name="connsiteX3" fmla="*/ 6214268 w 11887199"/>
              <a:gd name="connsiteY3" fmla="*/ 541408 h 3657600"/>
              <a:gd name="connsiteX4" fmla="*/ 11537949 w 11887199"/>
              <a:gd name="connsiteY4" fmla="*/ 541408 h 3657600"/>
              <a:gd name="connsiteX5" fmla="*/ 11887199 w 11887199"/>
              <a:gd name="connsiteY5" fmla="*/ 890707 h 3657600"/>
              <a:gd name="connsiteX6" fmla="*/ 11887199 w 11887199"/>
              <a:gd name="connsiteY6" fmla="*/ 3308302 h 3657600"/>
              <a:gd name="connsiteX7" fmla="*/ 11608343 w 11887199"/>
              <a:gd name="connsiteY7" fmla="*/ 3650505 h 3657600"/>
              <a:gd name="connsiteX8" fmla="*/ 11537959 w 11887199"/>
              <a:gd name="connsiteY8" fmla="*/ 3657600 h 3657600"/>
              <a:gd name="connsiteX9" fmla="*/ 349240 w 11887199"/>
              <a:gd name="connsiteY9" fmla="*/ 3657600 h 3657600"/>
              <a:gd name="connsiteX10" fmla="*/ 278864 w 11887199"/>
              <a:gd name="connsiteY10" fmla="*/ 3650505 h 3657600"/>
              <a:gd name="connsiteX11" fmla="*/ 0 w 11887199"/>
              <a:gd name="connsiteY11" fmla="*/ 3308302 h 3657600"/>
              <a:gd name="connsiteX12" fmla="*/ 0 w 11887199"/>
              <a:gd name="connsiteY12" fmla="*/ 349300 h 3657600"/>
              <a:gd name="connsiteX13" fmla="*/ 349250 w 11887199"/>
              <a:gd name="connsiteY13"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199" h="3657600">
                <a:moveTo>
                  <a:pt x="349250" y="0"/>
                </a:moveTo>
                <a:lnTo>
                  <a:pt x="5672932" y="0"/>
                </a:lnTo>
                <a:cubicBezTo>
                  <a:pt x="5822416" y="0"/>
                  <a:pt x="5943600" y="121198"/>
                  <a:pt x="5943600" y="270704"/>
                </a:cubicBezTo>
                <a:cubicBezTo>
                  <a:pt x="5943600" y="420210"/>
                  <a:pt x="6064783" y="541408"/>
                  <a:pt x="6214268" y="541408"/>
                </a:cubicBezTo>
                <a:lnTo>
                  <a:pt x="11537949" y="541408"/>
                </a:lnTo>
                <a:cubicBezTo>
                  <a:pt x="11730862" y="541408"/>
                  <a:pt x="11887199" y="697793"/>
                  <a:pt x="11887199" y="890707"/>
                </a:cubicBezTo>
                <a:lnTo>
                  <a:pt x="11887199" y="3308302"/>
                </a:lnTo>
                <a:cubicBezTo>
                  <a:pt x="11887199" y="3477103"/>
                  <a:pt x="11767503" y="3617934"/>
                  <a:pt x="11608343" y="3650505"/>
                </a:cubicBezTo>
                <a:lnTo>
                  <a:pt x="11537959" y="3657600"/>
                </a:lnTo>
                <a:lnTo>
                  <a:pt x="349240" y="3657600"/>
                </a:lnTo>
                <a:lnTo>
                  <a:pt x="278864" y="3650505"/>
                </a:lnTo>
                <a:cubicBezTo>
                  <a:pt x="119716" y="3617934"/>
                  <a:pt x="0" y="3477103"/>
                  <a:pt x="0" y="3308302"/>
                </a:cubicBezTo>
                <a:lnTo>
                  <a:pt x="0" y="349300"/>
                </a:lnTo>
                <a:cubicBezTo>
                  <a:pt x="0" y="156387"/>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F5C25ADA-14EB-6461-E2F0-23804E9719DE}"/>
              </a:ext>
            </a:extLst>
          </p:cNvPr>
          <p:cNvSpPr>
            <a:spLocks noGrp="1"/>
          </p:cNvSpPr>
          <p:nvPr>
            <p:ph sz="quarter" idx="14"/>
          </p:nvPr>
        </p:nvSpPr>
        <p:spPr>
          <a:xfrm>
            <a:off x="4082939" y="4345530"/>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1447E62-D723-1AD3-FCE7-8C1C684F1AE2}"/>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45E8C42D-01F2-2431-12B7-49150F0EB1EC}"/>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BE0F28E2-1197-1343-806E-BC1F6DA16A33}" type="datetime1">
              <a:rPr lang="en-US" smtClean="0"/>
              <a:t>12/13/2025</a:t>
            </a:fld>
            <a:endParaRPr lang="en-US"/>
          </a:p>
        </p:txBody>
      </p:sp>
      <p:sp>
        <p:nvSpPr>
          <p:cNvPr id="9" name="Slide Number Placeholder 11">
            <a:extLst>
              <a:ext uri="{FF2B5EF4-FFF2-40B4-BE49-F238E27FC236}">
                <a16:creationId xmlns:a16="http://schemas.microsoft.com/office/drawing/2014/main" id="{2640E1DF-A13A-6148-B46F-FE494C764D3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47B94B1-4C38-393F-A72D-C7C641B0A979}"/>
              </a:ext>
            </a:extLst>
          </p:cNvPr>
          <p:cNvSpPr>
            <a:spLocks noGrp="1"/>
          </p:cNvSpPr>
          <p:nvPr>
            <p:ph type="title"/>
          </p:nvPr>
        </p:nvSpPr>
        <p:spPr>
          <a:xfrm>
            <a:off x="381000" y="685800"/>
            <a:ext cx="2971800" cy="1826669"/>
          </a:xfrm>
        </p:spPr>
        <p:txBody>
          <a:bodyPr anchor="t">
            <a:normAutofit/>
          </a:bodyPr>
          <a:lstStyle>
            <a:lvl1pPr>
              <a:defRPr sz="3000"/>
            </a:lvl1pPr>
          </a:lstStyle>
          <a:p>
            <a:r>
              <a:rPr lang="en-US"/>
              <a:t>Click to edit Master title style</a:t>
            </a:r>
          </a:p>
        </p:txBody>
      </p:sp>
      <p:sp>
        <p:nvSpPr>
          <p:cNvPr id="13" name="Content Placeholder 7">
            <a:extLst>
              <a:ext uri="{FF2B5EF4-FFF2-40B4-BE49-F238E27FC236}">
                <a16:creationId xmlns:a16="http://schemas.microsoft.com/office/drawing/2014/main" id="{545D6F5E-CDF1-973E-993B-489A3F29246A}"/>
              </a:ext>
            </a:extLst>
          </p:cNvPr>
          <p:cNvSpPr>
            <a:spLocks noGrp="1"/>
          </p:cNvSpPr>
          <p:nvPr>
            <p:ph sz="quarter" idx="14"/>
          </p:nvPr>
        </p:nvSpPr>
        <p:spPr>
          <a:xfrm>
            <a:off x="4082939" y="685799"/>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DB02DF14-5E7A-A865-A415-188A8F69716F}"/>
              </a:ext>
            </a:extLst>
          </p:cNvPr>
          <p:cNvSpPr>
            <a:spLocks noGrp="1"/>
          </p:cNvSpPr>
          <p:nvPr>
            <p:ph type="pic" sz="quarter" idx="15"/>
          </p:nvPr>
        </p:nvSpPr>
        <p:spPr>
          <a:xfrm>
            <a:off x="152401" y="3054854"/>
            <a:ext cx="11887199" cy="3657600"/>
          </a:xfrm>
          <a:custGeom>
            <a:avLst/>
            <a:gdLst>
              <a:gd name="connsiteX0" fmla="*/ 349240 w 11887199"/>
              <a:gd name="connsiteY0" fmla="*/ 0 h 3657600"/>
              <a:gd name="connsiteX1" fmla="*/ 11537959 w 11887199"/>
              <a:gd name="connsiteY1" fmla="*/ 0 h 3657600"/>
              <a:gd name="connsiteX2" fmla="*/ 11608343 w 11887199"/>
              <a:gd name="connsiteY2" fmla="*/ 7096 h 3657600"/>
              <a:gd name="connsiteX3" fmla="*/ 11887199 w 11887199"/>
              <a:gd name="connsiteY3" fmla="*/ 349299 h 3657600"/>
              <a:gd name="connsiteX4" fmla="*/ 11887199 w 11887199"/>
              <a:gd name="connsiteY4" fmla="*/ 2766893 h 3657600"/>
              <a:gd name="connsiteX5" fmla="*/ 11537949 w 11887199"/>
              <a:gd name="connsiteY5" fmla="*/ 3116193 h 3657600"/>
              <a:gd name="connsiteX6" fmla="*/ 6214268 w 11887199"/>
              <a:gd name="connsiteY6" fmla="*/ 3116193 h 3657600"/>
              <a:gd name="connsiteX7" fmla="*/ 5943600 w 11887199"/>
              <a:gd name="connsiteY7" fmla="*/ 3386896 h 3657600"/>
              <a:gd name="connsiteX8" fmla="*/ 5672932 w 11887199"/>
              <a:gd name="connsiteY8" fmla="*/ 3657600 h 3657600"/>
              <a:gd name="connsiteX9" fmla="*/ 349250 w 11887199"/>
              <a:gd name="connsiteY9" fmla="*/ 3657600 h 3657600"/>
              <a:gd name="connsiteX10" fmla="*/ 0 w 11887199"/>
              <a:gd name="connsiteY10" fmla="*/ 3308301 h 3657600"/>
              <a:gd name="connsiteX11" fmla="*/ 0 w 11887199"/>
              <a:gd name="connsiteY11" fmla="*/ 349299 h 3657600"/>
              <a:gd name="connsiteX12" fmla="*/ 278864 w 11887199"/>
              <a:gd name="connsiteY12" fmla="*/ 7096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199" h="3657600">
                <a:moveTo>
                  <a:pt x="349240" y="0"/>
                </a:moveTo>
                <a:lnTo>
                  <a:pt x="11537959" y="0"/>
                </a:lnTo>
                <a:lnTo>
                  <a:pt x="11608343" y="7096"/>
                </a:lnTo>
                <a:cubicBezTo>
                  <a:pt x="11767503" y="39666"/>
                  <a:pt x="11887199" y="180498"/>
                  <a:pt x="11887199" y="349299"/>
                </a:cubicBezTo>
                <a:lnTo>
                  <a:pt x="11887199" y="2766893"/>
                </a:lnTo>
                <a:cubicBezTo>
                  <a:pt x="11887199" y="2959808"/>
                  <a:pt x="11730862" y="3116193"/>
                  <a:pt x="11537949" y="3116193"/>
                </a:cubicBezTo>
                <a:lnTo>
                  <a:pt x="6214268" y="3116193"/>
                </a:lnTo>
                <a:cubicBezTo>
                  <a:pt x="6064783" y="3116193"/>
                  <a:pt x="5943600" y="3237391"/>
                  <a:pt x="5943600" y="3386896"/>
                </a:cubicBezTo>
                <a:cubicBezTo>
                  <a:pt x="5943600" y="3536402"/>
                  <a:pt x="5822416" y="3657600"/>
                  <a:pt x="5672932" y="3657600"/>
                </a:cubicBezTo>
                <a:lnTo>
                  <a:pt x="349250" y="3657600"/>
                </a:lnTo>
                <a:cubicBezTo>
                  <a:pt x="156364" y="3657600"/>
                  <a:pt x="0" y="3501213"/>
                  <a:pt x="0" y="3308301"/>
                </a:cubicBezTo>
                <a:lnTo>
                  <a:pt x="0" y="349299"/>
                </a:lnTo>
                <a:cubicBezTo>
                  <a:pt x="0" y="180498"/>
                  <a:pt x="119716" y="39666"/>
                  <a:pt x="278864" y="7096"/>
                </a:cubicBezTo>
                <a:close/>
              </a:path>
            </a:pathLst>
          </a:custGeom>
          <a:blipFill>
            <a:blip r:embed="rId2">
              <a:alphaModFix amt="60000"/>
            </a:blip>
            <a:stretch>
              <a:fillRect/>
            </a:stretch>
          </a:blipFill>
        </p:spPr>
        <p:txBody>
          <a:bodyPr wrap="square">
            <a:noAutofit/>
          </a:bodyPr>
          <a:lstStyle/>
          <a:p>
            <a:endParaRPr lang="en-US"/>
          </a:p>
        </p:txBody>
      </p:sp>
      <p:sp>
        <p:nvSpPr>
          <p:cNvPr id="6" name="Footer Placeholder 10">
            <a:extLst>
              <a:ext uri="{FF2B5EF4-FFF2-40B4-BE49-F238E27FC236}">
                <a16:creationId xmlns:a16="http://schemas.microsoft.com/office/drawing/2014/main" id="{5B89C830-D686-4689-2593-4D5E5A4B0AB4}"/>
              </a:ext>
            </a:extLst>
          </p:cNvPr>
          <p:cNvSpPr>
            <a:spLocks noGrp="1"/>
          </p:cNvSpPr>
          <p:nvPr>
            <p:ph type="ftr" sz="quarter" idx="11"/>
          </p:nvPr>
        </p:nvSpPr>
        <p:spPr>
          <a:xfrm>
            <a:off x="6280176" y="6340475"/>
            <a:ext cx="3200400" cy="365125"/>
          </a:xfrm>
        </p:spPr>
        <p:txBody>
          <a:bodyPr/>
          <a:lstStyle>
            <a:lvl1pPr>
              <a:defRPr>
                <a:solidFill>
                  <a:schemeClr val="tx1"/>
                </a:solidFill>
              </a:defRPr>
            </a:lvl1pPr>
          </a:lstStyle>
          <a:p>
            <a:r>
              <a:rPr lang="en-US"/>
              <a:t>Sample Footer Text</a:t>
            </a:r>
          </a:p>
        </p:txBody>
      </p:sp>
      <p:sp>
        <p:nvSpPr>
          <p:cNvPr id="7" name="Date Placeholder 5">
            <a:extLst>
              <a:ext uri="{FF2B5EF4-FFF2-40B4-BE49-F238E27FC236}">
                <a16:creationId xmlns:a16="http://schemas.microsoft.com/office/drawing/2014/main" id="{883CE0EE-3E85-AAD1-D853-82A253F49445}"/>
              </a:ext>
            </a:extLst>
          </p:cNvPr>
          <p:cNvSpPr>
            <a:spLocks noGrp="1"/>
          </p:cNvSpPr>
          <p:nvPr>
            <p:ph type="dt" sz="half" idx="10"/>
          </p:nvPr>
        </p:nvSpPr>
        <p:spPr>
          <a:xfrm>
            <a:off x="9531099" y="6340475"/>
            <a:ext cx="1800171" cy="365125"/>
          </a:xfrm>
        </p:spPr>
        <p:txBody>
          <a:bodyPr/>
          <a:lstStyle>
            <a:lvl1pPr>
              <a:defRPr>
                <a:solidFill>
                  <a:schemeClr val="tx1"/>
                </a:solidFill>
              </a:defRPr>
            </a:lvl1pPr>
          </a:lstStyle>
          <a:p>
            <a:fld id="{BE0F28E2-1197-1343-806E-BC1F6DA16A33}" type="datetime1">
              <a:rPr lang="en-US" smtClean="0"/>
              <a:t>12/13/2025</a:t>
            </a:fld>
            <a:endParaRPr lang="en-US"/>
          </a:p>
        </p:txBody>
      </p:sp>
      <p:sp>
        <p:nvSpPr>
          <p:cNvPr id="8" name="Slide Number Placeholder 11">
            <a:extLst>
              <a:ext uri="{FF2B5EF4-FFF2-40B4-BE49-F238E27FC236}">
                <a16:creationId xmlns:a16="http://schemas.microsoft.com/office/drawing/2014/main" id="{D8AE04DF-032A-5A39-9A01-03B5A033761D}"/>
              </a:ext>
            </a:extLst>
          </p:cNvPr>
          <p:cNvSpPr>
            <a:spLocks noGrp="1"/>
          </p:cNvSpPr>
          <p:nvPr>
            <p:ph type="sldNum" sz="quarter" idx="12"/>
          </p:nvPr>
        </p:nvSpPr>
        <p:spPr>
          <a:xfrm>
            <a:off x="11381793" y="6340475"/>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6492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413247" y="685800"/>
            <a:ext cx="6397627" cy="1142663"/>
          </a:xfrm>
          <a:prstGeom prst="rect">
            <a:avLst/>
          </a:prstGeo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928F18B1-D300-366A-498B-4EC8E39E1040}"/>
              </a:ext>
            </a:extLst>
          </p:cNvPr>
          <p:cNvSpPr>
            <a:spLocks noGrp="1"/>
          </p:cNvSpPr>
          <p:nvPr>
            <p:ph type="pic" sz="quarter" idx="15"/>
          </p:nvPr>
        </p:nvSpPr>
        <p:spPr>
          <a:xfrm>
            <a:off x="152400" y="158229"/>
            <a:ext cx="4114800" cy="6541541"/>
          </a:xfrm>
          <a:custGeom>
            <a:avLst/>
            <a:gdLst>
              <a:gd name="connsiteX0" fmla="*/ 2057660 w 4114800"/>
              <a:gd name="connsiteY0" fmla="*/ 0 h 6541541"/>
              <a:gd name="connsiteX1" fmla="*/ 3765550 w 4114800"/>
              <a:gd name="connsiteY1" fmla="*/ 0 h 6541541"/>
              <a:gd name="connsiteX2" fmla="*/ 4114800 w 4114800"/>
              <a:gd name="connsiteY2" fmla="*/ 348912 h 6541541"/>
              <a:gd name="connsiteX3" fmla="*/ 4114800 w 4114800"/>
              <a:gd name="connsiteY3" fmla="*/ 6196917 h 6541541"/>
              <a:gd name="connsiteX4" fmla="*/ 3835937 w 4114800"/>
              <a:gd name="connsiteY4" fmla="*/ 6538758 h 6541541"/>
              <a:gd name="connsiteX5" fmla="*/ 3808308 w 4114800"/>
              <a:gd name="connsiteY5" fmla="*/ 6541541 h 6541541"/>
              <a:gd name="connsiteX6" fmla="*/ 2286457 w 4114800"/>
              <a:gd name="connsiteY6" fmla="*/ 6541541 h 6541541"/>
              <a:gd name="connsiteX7" fmla="*/ 2210336 w 4114800"/>
              <a:gd name="connsiteY7" fmla="*/ 6526184 h 6541541"/>
              <a:gd name="connsiteX8" fmla="*/ 2057400 w 4114800"/>
              <a:gd name="connsiteY8" fmla="*/ 6295666 h 6541541"/>
              <a:gd name="connsiteX9" fmla="*/ 1806994 w 4114800"/>
              <a:gd name="connsiteY9" fmla="*/ 6045508 h 6541541"/>
              <a:gd name="connsiteX10" fmla="*/ 349250 w 4114800"/>
              <a:gd name="connsiteY10" fmla="*/ 6045508 h 6541541"/>
              <a:gd name="connsiteX11" fmla="*/ 0 w 4114800"/>
              <a:gd name="connsiteY11" fmla="*/ 5696597 h 6541541"/>
              <a:gd name="connsiteX12" fmla="*/ 0 w 4114800"/>
              <a:gd name="connsiteY12" fmla="*/ 349425 h 6541541"/>
              <a:gd name="connsiteX13" fmla="*/ 349250 w 4114800"/>
              <a:gd name="connsiteY13" fmla="*/ 514 h 6541541"/>
              <a:gd name="connsiteX14" fmla="*/ 2057140 w 4114800"/>
              <a:gd name="connsiteY14" fmla="*/ 514 h 6541541"/>
              <a:gd name="connsiteX15" fmla="*/ 2057400 w 4114800"/>
              <a:gd name="connsiteY15" fmla="*/ 257 h 6541541"/>
              <a:gd name="connsiteX16" fmla="*/ 2057660 w 4114800"/>
              <a:gd name="connsiteY16" fmla="*/ 0 h 654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1541">
                <a:moveTo>
                  <a:pt x="2057660" y="0"/>
                </a:moveTo>
                <a:lnTo>
                  <a:pt x="3765550" y="0"/>
                </a:lnTo>
                <a:cubicBezTo>
                  <a:pt x="3958438" y="0"/>
                  <a:pt x="4114800" y="156213"/>
                  <a:pt x="4114800" y="348912"/>
                </a:cubicBezTo>
                <a:lnTo>
                  <a:pt x="4114800" y="6196917"/>
                </a:lnTo>
                <a:cubicBezTo>
                  <a:pt x="4114800" y="6365514"/>
                  <a:pt x="3995085" y="6506217"/>
                  <a:pt x="3835937" y="6538758"/>
                </a:cubicBezTo>
                <a:lnTo>
                  <a:pt x="3808308" y="6541541"/>
                </a:lnTo>
                <a:lnTo>
                  <a:pt x="2286457" y="6541541"/>
                </a:lnTo>
                <a:lnTo>
                  <a:pt x="2210336" y="6526184"/>
                </a:lnTo>
                <a:cubicBezTo>
                  <a:pt x="2120461" y="6488200"/>
                  <a:pt x="2057400" y="6399278"/>
                  <a:pt x="2057400" y="6295666"/>
                </a:cubicBezTo>
                <a:cubicBezTo>
                  <a:pt x="2057400" y="6157509"/>
                  <a:pt x="1945291" y="6045508"/>
                  <a:pt x="1806994" y="6045508"/>
                </a:cubicBezTo>
                <a:lnTo>
                  <a:pt x="349250" y="6045508"/>
                </a:lnTo>
                <a:cubicBezTo>
                  <a:pt x="156364" y="6045508"/>
                  <a:pt x="0" y="5889291"/>
                  <a:pt x="0" y="5696597"/>
                </a:cubicBezTo>
                <a:lnTo>
                  <a:pt x="0" y="349425"/>
                </a:lnTo>
                <a:cubicBezTo>
                  <a:pt x="0" y="156727"/>
                  <a:pt x="156364" y="514"/>
                  <a:pt x="349250" y="514"/>
                </a:cubicBezTo>
                <a:lnTo>
                  <a:pt x="2057140" y="514"/>
                </a:lnTo>
                <a:cubicBezTo>
                  <a:pt x="2057286" y="514"/>
                  <a:pt x="2057400" y="399"/>
                  <a:pt x="2057400" y="257"/>
                </a:cubicBezTo>
                <a:cubicBezTo>
                  <a:pt x="2057400" y="115"/>
                  <a:pt x="2057514" y="0"/>
                  <a:pt x="2057660" y="0"/>
                </a:cubicBezTo>
                <a:close/>
              </a:path>
            </a:pathLst>
          </a:custGeom>
          <a:blipFill>
            <a:blip r:embed="rId2">
              <a:alphaModFix amt="60000"/>
            </a:blip>
            <a:stretch>
              <a:fillRect/>
            </a:stretch>
          </a:blipFill>
        </p:spPr>
        <p:txBody>
          <a:bodyPr wrap="square">
            <a:noAutofit/>
          </a:body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413248"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19">
            <a:extLst>
              <a:ext uri="{FF2B5EF4-FFF2-40B4-BE49-F238E27FC236}">
                <a16:creationId xmlns:a16="http://schemas.microsoft.com/office/drawing/2014/main" id="{A609F3E3-1112-85CA-D49A-1AFA4D2EE9A1}"/>
              </a:ext>
            </a:extLst>
          </p:cNvPr>
          <p:cNvSpPr>
            <a:spLocks noGrp="1"/>
          </p:cNvSpPr>
          <p:nvPr>
            <p:ph type="ftr" sz="quarter" idx="17"/>
          </p:nvPr>
        </p:nvSpPr>
        <p:spPr>
          <a:xfrm>
            <a:off x="152400" y="6347057"/>
            <a:ext cx="1828800" cy="365125"/>
          </a:xfrm>
        </p:spPr>
        <p:txBody>
          <a:bodyPr/>
          <a:lstStyle/>
          <a:p>
            <a:r>
              <a:rPr lang="en-US"/>
              <a:t>Sample Footer Text</a:t>
            </a:r>
          </a:p>
        </p:txBody>
      </p:sp>
      <p:sp>
        <p:nvSpPr>
          <p:cNvPr id="19" name="Date Placeholder 18">
            <a:extLst>
              <a:ext uri="{FF2B5EF4-FFF2-40B4-BE49-F238E27FC236}">
                <a16:creationId xmlns:a16="http://schemas.microsoft.com/office/drawing/2014/main" id="{C59FF3C9-456C-3AAB-471D-B5041A7C8F52}"/>
              </a:ext>
            </a:extLst>
          </p:cNvPr>
          <p:cNvSpPr>
            <a:spLocks noGrp="1"/>
          </p:cNvSpPr>
          <p:nvPr>
            <p:ph type="dt" sz="half" idx="16"/>
          </p:nvPr>
        </p:nvSpPr>
        <p:spPr/>
        <p:txBody>
          <a:bodyPr/>
          <a:lstStyle/>
          <a:p>
            <a:fld id="{3C3C2431-2FCD-D448-9C7B-DAD39E7098D4}" type="datetime1">
              <a:rPr lang="en-US" smtClean="0"/>
              <a:t>12/13/2025</a:t>
            </a:fld>
            <a:endParaRPr lang="en-US"/>
          </a:p>
        </p:txBody>
      </p:sp>
      <p:sp>
        <p:nvSpPr>
          <p:cNvPr id="21" name="Slide Number Placeholder 20">
            <a:extLst>
              <a:ext uri="{FF2B5EF4-FFF2-40B4-BE49-F238E27FC236}">
                <a16:creationId xmlns:a16="http://schemas.microsoft.com/office/drawing/2014/main" id="{6FAE64D4-18BA-2404-B462-D1802671329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18303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6DDB8-5811-6664-8989-B01BF0EE5374}"/>
              </a:ext>
            </a:extLst>
          </p:cNvPr>
          <p:cNvSpPr>
            <a:spLocks noGrp="1"/>
          </p:cNvSpPr>
          <p:nvPr>
            <p:ph type="title"/>
          </p:nvPr>
        </p:nvSpPr>
        <p:spPr>
          <a:xfrm>
            <a:off x="381000" y="685800"/>
            <a:ext cx="6397627" cy="1142663"/>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7F23778-AA2D-3DAA-BAE5-8115D1C14482}"/>
              </a:ext>
            </a:extLst>
          </p:cNvPr>
          <p:cNvSpPr>
            <a:spLocks noGrp="1"/>
          </p:cNvSpPr>
          <p:nvPr>
            <p:ph sz="quarter" idx="14"/>
          </p:nvPr>
        </p:nvSpPr>
        <p:spPr>
          <a:xfrm>
            <a:off x="381001"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8CC844A9-5FCD-4F36-D819-777BAF06E7C9}"/>
              </a:ext>
            </a:extLst>
          </p:cNvPr>
          <p:cNvSpPr>
            <a:spLocks noGrp="1"/>
          </p:cNvSpPr>
          <p:nvPr>
            <p:ph type="pic" sz="quarter" idx="15"/>
          </p:nvPr>
        </p:nvSpPr>
        <p:spPr>
          <a:xfrm>
            <a:off x="7906061" y="156076"/>
            <a:ext cx="4114800" cy="6545847"/>
          </a:xfrm>
          <a:custGeom>
            <a:avLst/>
            <a:gdLst>
              <a:gd name="connsiteX0" fmla="*/ 349250 w 4114800"/>
              <a:gd name="connsiteY0" fmla="*/ 0 h 6545847"/>
              <a:gd name="connsiteX1" fmla="*/ 2057140 w 4114800"/>
              <a:gd name="connsiteY1" fmla="*/ 0 h 6545847"/>
              <a:gd name="connsiteX2" fmla="*/ 2057400 w 4114800"/>
              <a:gd name="connsiteY2" fmla="*/ 257 h 6545847"/>
              <a:gd name="connsiteX3" fmla="*/ 2057660 w 4114800"/>
              <a:gd name="connsiteY3" fmla="*/ 514 h 6545847"/>
              <a:gd name="connsiteX4" fmla="*/ 3765550 w 4114800"/>
              <a:gd name="connsiteY4" fmla="*/ 514 h 6545847"/>
              <a:gd name="connsiteX5" fmla="*/ 4114800 w 4114800"/>
              <a:gd name="connsiteY5" fmla="*/ 349425 h 6545847"/>
              <a:gd name="connsiteX6" fmla="*/ 4114800 w 4114800"/>
              <a:gd name="connsiteY6" fmla="*/ 5696597 h 6545847"/>
              <a:gd name="connsiteX7" fmla="*/ 3765550 w 4114800"/>
              <a:gd name="connsiteY7" fmla="*/ 6045508 h 6545847"/>
              <a:gd name="connsiteX8" fmla="*/ 2307806 w 4114800"/>
              <a:gd name="connsiteY8" fmla="*/ 6045508 h 6545847"/>
              <a:gd name="connsiteX9" fmla="*/ 2057400 w 4114800"/>
              <a:gd name="connsiteY9" fmla="*/ 6295666 h 6545847"/>
              <a:gd name="connsiteX10" fmla="*/ 1904464 w 4114800"/>
              <a:gd name="connsiteY10" fmla="*/ 6526185 h 6545847"/>
              <a:gd name="connsiteX11" fmla="*/ 1806999 w 4114800"/>
              <a:gd name="connsiteY11" fmla="*/ 6545847 h 6545847"/>
              <a:gd name="connsiteX12" fmla="*/ 349241 w 4114800"/>
              <a:gd name="connsiteY12" fmla="*/ 6545847 h 6545847"/>
              <a:gd name="connsiteX13" fmla="*/ 278864 w 4114800"/>
              <a:gd name="connsiteY13" fmla="*/ 6538758 h 6545847"/>
              <a:gd name="connsiteX14" fmla="*/ 0 w 4114800"/>
              <a:gd name="connsiteY14" fmla="*/ 6196917 h 6545847"/>
              <a:gd name="connsiteX15" fmla="*/ 0 w 4114800"/>
              <a:gd name="connsiteY15" fmla="*/ 348912 h 6545847"/>
              <a:gd name="connsiteX16" fmla="*/ 349250 w 4114800"/>
              <a:gd name="connsiteY16" fmla="*/ 0 h 654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5847">
                <a:moveTo>
                  <a:pt x="349250" y="0"/>
                </a:moveTo>
                <a:lnTo>
                  <a:pt x="2057140" y="0"/>
                </a:lnTo>
                <a:cubicBezTo>
                  <a:pt x="2057286" y="0"/>
                  <a:pt x="2057400" y="115"/>
                  <a:pt x="2057400" y="257"/>
                </a:cubicBezTo>
                <a:cubicBezTo>
                  <a:pt x="2057400" y="399"/>
                  <a:pt x="2057514" y="514"/>
                  <a:pt x="2057660" y="514"/>
                </a:cubicBezTo>
                <a:lnTo>
                  <a:pt x="3765550" y="514"/>
                </a:lnTo>
                <a:cubicBezTo>
                  <a:pt x="3958436" y="514"/>
                  <a:pt x="4114800" y="156727"/>
                  <a:pt x="4114800" y="349425"/>
                </a:cubicBezTo>
                <a:lnTo>
                  <a:pt x="4114800" y="5696597"/>
                </a:lnTo>
                <a:cubicBezTo>
                  <a:pt x="4114800" y="5889291"/>
                  <a:pt x="3958436" y="6045508"/>
                  <a:pt x="3765550" y="6045508"/>
                </a:cubicBezTo>
                <a:lnTo>
                  <a:pt x="2307806" y="6045508"/>
                </a:lnTo>
                <a:cubicBezTo>
                  <a:pt x="2169509" y="6045508"/>
                  <a:pt x="2057400" y="6157509"/>
                  <a:pt x="2057400" y="6295666"/>
                </a:cubicBezTo>
                <a:cubicBezTo>
                  <a:pt x="2057400" y="6399278"/>
                  <a:pt x="1994339" y="6488199"/>
                  <a:pt x="1904464" y="6526185"/>
                </a:cubicBezTo>
                <a:lnTo>
                  <a:pt x="1806999" y="6545847"/>
                </a:lnTo>
                <a:lnTo>
                  <a:pt x="349241" y="6545847"/>
                </a:lnTo>
                <a:lnTo>
                  <a:pt x="278864" y="6538758"/>
                </a:lnTo>
                <a:cubicBezTo>
                  <a:pt x="119715" y="6506217"/>
                  <a:pt x="0" y="6365514"/>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1" name="Footer Placeholder 10">
            <a:extLst>
              <a:ext uri="{FF2B5EF4-FFF2-40B4-BE49-F238E27FC236}">
                <a16:creationId xmlns:a16="http://schemas.microsoft.com/office/drawing/2014/main" id="{710852DD-B54D-34C7-9E72-7622C228F7E2}"/>
              </a:ext>
            </a:extLst>
          </p:cNvPr>
          <p:cNvSpPr>
            <a:spLocks noGrp="1"/>
          </p:cNvSpPr>
          <p:nvPr>
            <p:ph type="ftr" sz="quarter" idx="17"/>
          </p:nvPr>
        </p:nvSpPr>
        <p:spPr/>
        <p:txBody>
          <a:bodyPr/>
          <a:lstStyle/>
          <a:p>
            <a:r>
              <a:rPr lang="en-US"/>
              <a:t>Sample Footer Text</a:t>
            </a:r>
          </a:p>
        </p:txBody>
      </p:sp>
      <p:sp>
        <p:nvSpPr>
          <p:cNvPr id="8" name="Date Placeholder 7">
            <a:extLst>
              <a:ext uri="{FF2B5EF4-FFF2-40B4-BE49-F238E27FC236}">
                <a16:creationId xmlns:a16="http://schemas.microsoft.com/office/drawing/2014/main" id="{ACE6582F-8DCF-A2BA-CA1C-F79F735B62D0}"/>
              </a:ext>
            </a:extLst>
          </p:cNvPr>
          <p:cNvSpPr>
            <a:spLocks noGrp="1"/>
          </p:cNvSpPr>
          <p:nvPr>
            <p:ph type="dt" sz="half" idx="16"/>
          </p:nvPr>
        </p:nvSpPr>
        <p:spPr>
          <a:xfrm>
            <a:off x="10210800" y="6340475"/>
            <a:ext cx="1342971" cy="365125"/>
          </a:xfrm>
        </p:spPr>
        <p:txBody>
          <a:bodyPr/>
          <a:lstStyle/>
          <a:p>
            <a:fld id="{6AF84008-CECF-4C4E-8814-FA8FA71DAEEA}" type="datetime1">
              <a:rPr lang="en-US" smtClean="0"/>
              <a:t>12/13/2025</a:t>
            </a:fld>
            <a:endParaRPr lang="en-US"/>
          </a:p>
        </p:txBody>
      </p:sp>
      <p:sp>
        <p:nvSpPr>
          <p:cNvPr id="12" name="Slide Number Placeholder 11">
            <a:extLst>
              <a:ext uri="{FF2B5EF4-FFF2-40B4-BE49-F238E27FC236}">
                <a16:creationId xmlns:a16="http://schemas.microsoft.com/office/drawing/2014/main" id="{B9BD7D67-F60C-B0D5-3BA0-673AE28E15F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88094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17E539D-41A4-764A-4DF7-3869DAB2538F}"/>
              </a:ext>
            </a:extLst>
          </p:cNvPr>
          <p:cNvSpPr>
            <a:spLocks noGrp="1"/>
          </p:cNvSpPr>
          <p:nvPr>
            <p:ph type="title"/>
          </p:nvPr>
        </p:nvSpPr>
        <p:spPr>
          <a:xfrm>
            <a:off x="381000" y="685800"/>
            <a:ext cx="11429999" cy="903162"/>
          </a:xfrm>
        </p:spPr>
        <p:txBody>
          <a:bodyPr anchor="t"/>
          <a:lstStyle/>
          <a:p>
            <a:r>
              <a:rPr lang="en-US"/>
              <a:t>Click to edit Master title style</a:t>
            </a:r>
          </a:p>
        </p:txBody>
      </p:sp>
      <p:sp>
        <p:nvSpPr>
          <p:cNvPr id="17" name="Picture Placeholder 16">
            <a:extLst>
              <a:ext uri="{FF2B5EF4-FFF2-40B4-BE49-F238E27FC236}">
                <a16:creationId xmlns:a16="http://schemas.microsoft.com/office/drawing/2014/main" id="{7D0891CB-CD39-7CF0-8E4B-D8C55C76F3D0}"/>
              </a:ext>
            </a:extLst>
          </p:cNvPr>
          <p:cNvSpPr>
            <a:spLocks noGrp="1"/>
          </p:cNvSpPr>
          <p:nvPr>
            <p:ph type="pic" sz="quarter" idx="15"/>
          </p:nvPr>
        </p:nvSpPr>
        <p:spPr>
          <a:xfrm>
            <a:off x="3810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2" name="Content Placeholder 7">
            <a:extLst>
              <a:ext uri="{FF2B5EF4-FFF2-40B4-BE49-F238E27FC236}">
                <a16:creationId xmlns:a16="http://schemas.microsoft.com/office/drawing/2014/main" id="{4ECA27BB-D0F8-2A5A-E8E3-F36153E9A08B}"/>
              </a:ext>
            </a:extLst>
          </p:cNvPr>
          <p:cNvSpPr>
            <a:spLocks noGrp="1"/>
          </p:cNvSpPr>
          <p:nvPr>
            <p:ph sz="quarter" idx="14"/>
          </p:nvPr>
        </p:nvSpPr>
        <p:spPr>
          <a:xfrm>
            <a:off x="70104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Footer Placeholder 20">
            <a:extLst>
              <a:ext uri="{FF2B5EF4-FFF2-40B4-BE49-F238E27FC236}">
                <a16:creationId xmlns:a16="http://schemas.microsoft.com/office/drawing/2014/main" id="{4E0ADA83-DE1E-DC24-E36B-98CC058AF41A}"/>
              </a:ext>
            </a:extLst>
          </p:cNvPr>
          <p:cNvSpPr>
            <a:spLocks noGrp="1"/>
          </p:cNvSpPr>
          <p:nvPr>
            <p:ph type="ftr" sz="quarter" idx="17"/>
          </p:nvPr>
        </p:nvSpPr>
        <p:spPr/>
        <p:txBody>
          <a:bodyPr/>
          <a:lstStyle/>
          <a:p>
            <a:r>
              <a:rPr lang="en-US"/>
              <a:t>Sample Footer Text</a:t>
            </a:r>
          </a:p>
        </p:txBody>
      </p:sp>
      <p:sp>
        <p:nvSpPr>
          <p:cNvPr id="20" name="Date Placeholder 19">
            <a:extLst>
              <a:ext uri="{FF2B5EF4-FFF2-40B4-BE49-F238E27FC236}">
                <a16:creationId xmlns:a16="http://schemas.microsoft.com/office/drawing/2014/main" id="{D5E3AAA1-460F-8482-6ADF-65CE2214C38A}"/>
              </a:ext>
            </a:extLst>
          </p:cNvPr>
          <p:cNvSpPr>
            <a:spLocks noGrp="1"/>
          </p:cNvSpPr>
          <p:nvPr>
            <p:ph type="dt" sz="half" idx="16"/>
          </p:nvPr>
        </p:nvSpPr>
        <p:spPr/>
        <p:txBody>
          <a:bodyPr/>
          <a:lstStyle/>
          <a:p>
            <a:fld id="{5F3A8F1C-349F-4D40-A069-7D38D41B5261}" type="datetime1">
              <a:rPr lang="en-US" smtClean="0"/>
              <a:t>12/13/2025</a:t>
            </a:fld>
            <a:endParaRPr lang="en-US"/>
          </a:p>
        </p:txBody>
      </p:sp>
      <p:sp>
        <p:nvSpPr>
          <p:cNvPr id="22" name="Slide Number Placeholder 21">
            <a:extLst>
              <a:ext uri="{FF2B5EF4-FFF2-40B4-BE49-F238E27FC236}">
                <a16:creationId xmlns:a16="http://schemas.microsoft.com/office/drawing/2014/main" id="{2426F5E3-3198-CD22-65DC-349FF7BA35FE}"/>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E22DB0-7762-81D2-A14F-8B60FD58FFB9}"/>
              </a:ext>
            </a:extLst>
          </p:cNvPr>
          <p:cNvSpPr>
            <a:spLocks noGrp="1"/>
          </p:cNvSpPr>
          <p:nvPr>
            <p:ph type="title"/>
          </p:nvPr>
        </p:nvSpPr>
        <p:spPr>
          <a:xfrm>
            <a:off x="381001" y="685800"/>
            <a:ext cx="114239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60D5937C-CA57-3862-2FCF-C4FC1366F4BD}"/>
              </a:ext>
            </a:extLst>
          </p:cNvPr>
          <p:cNvSpPr>
            <a:spLocks noGrp="1"/>
          </p:cNvSpPr>
          <p:nvPr>
            <p:ph sz="quarter" idx="14"/>
          </p:nvPr>
        </p:nvSpPr>
        <p:spPr>
          <a:xfrm>
            <a:off x="381000" y="1828800"/>
            <a:ext cx="38862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22D281A9-5EBB-EB40-69FF-2C02AF0BF35C}"/>
              </a:ext>
            </a:extLst>
          </p:cNvPr>
          <p:cNvSpPr>
            <a:spLocks noGrp="1"/>
          </p:cNvSpPr>
          <p:nvPr>
            <p:ph type="pic" sz="quarter" idx="15"/>
          </p:nvPr>
        </p:nvSpPr>
        <p:spPr>
          <a:xfrm>
            <a:off x="5410200" y="1831970"/>
            <a:ext cx="6400800" cy="4337059"/>
          </a:xfrm>
          <a:custGeom>
            <a:avLst/>
            <a:gdLst>
              <a:gd name="connsiteX0" fmla="*/ 349250 w 6400800"/>
              <a:gd name="connsiteY0" fmla="*/ 0 h 4337059"/>
              <a:gd name="connsiteX1" fmla="*/ 6051550 w 6400800"/>
              <a:gd name="connsiteY1" fmla="*/ 0 h 4337059"/>
              <a:gd name="connsiteX2" fmla="*/ 6400800 w 6400800"/>
              <a:gd name="connsiteY2" fmla="*/ 348740 h 4337059"/>
              <a:gd name="connsiteX3" fmla="*/ 6400800 w 6400800"/>
              <a:gd name="connsiteY3" fmla="*/ 3988319 h 4337059"/>
              <a:gd name="connsiteX4" fmla="*/ 6051550 w 6400800"/>
              <a:gd name="connsiteY4" fmla="*/ 4337059 h 4337059"/>
              <a:gd name="connsiteX5" fmla="*/ 349250 w 6400800"/>
              <a:gd name="connsiteY5" fmla="*/ 4337059 h 4337059"/>
              <a:gd name="connsiteX6" fmla="*/ 0 w 6400800"/>
              <a:gd name="connsiteY6" fmla="*/ 3988319 h 4337059"/>
              <a:gd name="connsiteX7" fmla="*/ 0 w 6400800"/>
              <a:gd name="connsiteY7" fmla="*/ 348740 h 4337059"/>
              <a:gd name="connsiteX8" fmla="*/ 349250 w 6400800"/>
              <a:gd name="connsiteY8" fmla="*/ 0 h 43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00800" h="4337059">
                <a:moveTo>
                  <a:pt x="349250" y="0"/>
                </a:moveTo>
                <a:lnTo>
                  <a:pt x="6051550" y="0"/>
                </a:lnTo>
                <a:cubicBezTo>
                  <a:pt x="6244438" y="0"/>
                  <a:pt x="6400800" y="156136"/>
                  <a:pt x="6400800" y="348740"/>
                </a:cubicBezTo>
                <a:lnTo>
                  <a:pt x="6400800" y="3988319"/>
                </a:lnTo>
                <a:cubicBezTo>
                  <a:pt x="6400800" y="4180925"/>
                  <a:pt x="6244438" y="4337059"/>
                  <a:pt x="6051550" y="4337059"/>
                </a:cubicBezTo>
                <a:lnTo>
                  <a:pt x="349250" y="4337059"/>
                </a:lnTo>
                <a:cubicBezTo>
                  <a:pt x="156364" y="4337059"/>
                  <a:pt x="0" y="4180925"/>
                  <a:pt x="0" y="3988319"/>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7" name="Footer Placeholder 16">
            <a:extLst>
              <a:ext uri="{FF2B5EF4-FFF2-40B4-BE49-F238E27FC236}">
                <a16:creationId xmlns:a16="http://schemas.microsoft.com/office/drawing/2014/main" id="{3DD0AF09-ED67-31D2-F311-9190CDEC29B9}"/>
              </a:ext>
            </a:extLst>
          </p:cNvPr>
          <p:cNvSpPr>
            <a:spLocks noGrp="1"/>
          </p:cNvSpPr>
          <p:nvPr>
            <p:ph type="ftr" sz="quarter" idx="17"/>
          </p:nvPr>
        </p:nvSpPr>
        <p:spPr/>
        <p:txBody>
          <a:bodyPr/>
          <a:lstStyle/>
          <a:p>
            <a:r>
              <a:rPr lang="en-US"/>
              <a:t>Sample Footer Text</a:t>
            </a:r>
          </a:p>
        </p:txBody>
      </p:sp>
      <p:sp>
        <p:nvSpPr>
          <p:cNvPr id="16" name="Date Placeholder 15">
            <a:extLst>
              <a:ext uri="{FF2B5EF4-FFF2-40B4-BE49-F238E27FC236}">
                <a16:creationId xmlns:a16="http://schemas.microsoft.com/office/drawing/2014/main" id="{21377DD6-5462-66F7-A829-133D33C0B93B}"/>
              </a:ext>
            </a:extLst>
          </p:cNvPr>
          <p:cNvSpPr>
            <a:spLocks noGrp="1"/>
          </p:cNvSpPr>
          <p:nvPr>
            <p:ph type="dt" sz="half" idx="16"/>
          </p:nvPr>
        </p:nvSpPr>
        <p:spPr/>
        <p:txBody>
          <a:bodyPr/>
          <a:lstStyle/>
          <a:p>
            <a:fld id="{93F60926-2D52-7E43-9B2B-7315B4A2BF0B}" type="datetime1">
              <a:rPr lang="en-US" smtClean="0"/>
              <a:t>12/13/2025</a:t>
            </a:fld>
            <a:endParaRPr lang="en-US"/>
          </a:p>
        </p:txBody>
      </p:sp>
      <p:sp>
        <p:nvSpPr>
          <p:cNvPr id="18" name="Slide Number Placeholder 17">
            <a:extLst>
              <a:ext uri="{FF2B5EF4-FFF2-40B4-BE49-F238E27FC236}">
                <a16:creationId xmlns:a16="http://schemas.microsoft.com/office/drawing/2014/main" id="{F11DD33E-851E-3928-D48D-DACBE36AABE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789889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BD57C-3F77-67B8-C202-5C1CF2E93464}"/>
              </a:ext>
            </a:extLst>
          </p:cNvPr>
          <p:cNvSpPr>
            <a:spLocks noGrp="1"/>
          </p:cNvSpPr>
          <p:nvPr>
            <p:ph type="title"/>
          </p:nvPr>
        </p:nvSpPr>
        <p:spPr>
          <a:xfrm>
            <a:off x="381000" y="685800"/>
            <a:ext cx="114300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0EB57046-E963-50F3-40A6-9F507864EDA4}"/>
              </a:ext>
            </a:extLst>
          </p:cNvPr>
          <p:cNvSpPr>
            <a:spLocks noGrp="1"/>
          </p:cNvSpPr>
          <p:nvPr>
            <p:ph sz="quarter" idx="14"/>
          </p:nvPr>
        </p:nvSpPr>
        <p:spPr>
          <a:xfrm>
            <a:off x="3810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6A3E366D-68C4-CD6B-3D8C-CDF1FD790000}"/>
              </a:ext>
            </a:extLst>
          </p:cNvPr>
          <p:cNvSpPr>
            <a:spLocks noGrp="1"/>
          </p:cNvSpPr>
          <p:nvPr>
            <p:ph type="pic" sz="quarter" idx="15"/>
          </p:nvPr>
        </p:nvSpPr>
        <p:spPr>
          <a:xfrm>
            <a:off x="63246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FA3168BB-AC02-FC23-04AB-910062295BB2}"/>
              </a:ext>
            </a:extLst>
          </p:cNvPr>
          <p:cNvSpPr>
            <a:spLocks noGrp="1"/>
          </p:cNvSpPr>
          <p:nvPr>
            <p:ph type="ftr" sz="quarter" idx="17"/>
          </p:nvPr>
        </p:nvSpPr>
        <p:spPr/>
        <p:txBody>
          <a:bodyPr/>
          <a:lstStyle/>
          <a:p>
            <a:r>
              <a:rPr lang="en-US"/>
              <a:t>Sample Footer Text</a:t>
            </a:r>
          </a:p>
        </p:txBody>
      </p:sp>
      <p:sp>
        <p:nvSpPr>
          <p:cNvPr id="10" name="Date Placeholder 9">
            <a:extLst>
              <a:ext uri="{FF2B5EF4-FFF2-40B4-BE49-F238E27FC236}">
                <a16:creationId xmlns:a16="http://schemas.microsoft.com/office/drawing/2014/main" id="{2C56068B-9B89-AB64-F0FA-49FF37197639}"/>
              </a:ext>
            </a:extLst>
          </p:cNvPr>
          <p:cNvSpPr>
            <a:spLocks noGrp="1"/>
          </p:cNvSpPr>
          <p:nvPr>
            <p:ph type="dt" sz="half" idx="16"/>
          </p:nvPr>
        </p:nvSpPr>
        <p:spPr/>
        <p:txBody>
          <a:bodyPr/>
          <a:lstStyle/>
          <a:p>
            <a:fld id="{9B5E51FC-CBC9-9843-92FD-38CACF39D773}" type="datetime1">
              <a:rPr lang="en-US" smtClean="0"/>
              <a:t>12/13/2025</a:t>
            </a:fld>
            <a:endParaRPr lang="en-US"/>
          </a:p>
        </p:txBody>
      </p:sp>
      <p:sp>
        <p:nvSpPr>
          <p:cNvPr id="14" name="Slide Number Placeholder 13">
            <a:extLst>
              <a:ext uri="{FF2B5EF4-FFF2-40B4-BE49-F238E27FC236}">
                <a16:creationId xmlns:a16="http://schemas.microsoft.com/office/drawing/2014/main" id="{9B58EFC6-5EFD-40A4-C04B-5D2E6AA36C1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54042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953001" y="685801"/>
            <a:ext cx="6857999" cy="914400"/>
          </a:xfrm>
          <a:prstGeom prst="rect">
            <a:avLst/>
          </a:prstGeo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0252FBA1-367D-3AEB-02AF-54E0FEFD2598}"/>
              </a:ext>
            </a:extLst>
          </p:cNvPr>
          <p:cNvSpPr>
            <a:spLocks noGrp="1"/>
          </p:cNvSpPr>
          <p:nvPr>
            <p:ph type="pic" sz="quarter" idx="15"/>
          </p:nvPr>
        </p:nvSpPr>
        <p:spPr>
          <a:xfrm>
            <a:off x="152400" y="159765"/>
            <a:ext cx="3657600" cy="6545835"/>
          </a:xfrm>
          <a:custGeom>
            <a:avLst/>
            <a:gdLst>
              <a:gd name="connsiteX0" fmla="*/ 1829315 w 3657600"/>
              <a:gd name="connsiteY0" fmla="*/ 0 h 6545835"/>
              <a:gd name="connsiteX1" fmla="*/ 3308351 w 3657600"/>
              <a:gd name="connsiteY1" fmla="*/ 0 h 6545835"/>
              <a:gd name="connsiteX2" fmla="*/ 3650506 w 3657600"/>
              <a:gd name="connsiteY2" fmla="*/ 278594 h 6545835"/>
              <a:gd name="connsiteX3" fmla="*/ 3657600 w 3657600"/>
              <a:gd name="connsiteY3" fmla="*/ 348902 h 6545835"/>
              <a:gd name="connsiteX4" fmla="*/ 3657600 w 3657600"/>
              <a:gd name="connsiteY4" fmla="*/ 6196927 h 6545835"/>
              <a:gd name="connsiteX5" fmla="*/ 3650506 w 3657600"/>
              <a:gd name="connsiteY5" fmla="*/ 6267227 h 6545835"/>
              <a:gd name="connsiteX6" fmla="*/ 3378738 w 3657600"/>
              <a:gd name="connsiteY6" fmla="*/ 6538746 h 6545835"/>
              <a:gd name="connsiteX7" fmla="*/ 3308362 w 3657600"/>
              <a:gd name="connsiteY7" fmla="*/ 6545835 h 6545835"/>
              <a:gd name="connsiteX8" fmla="*/ 2078941 w 3657600"/>
              <a:gd name="connsiteY8" fmla="*/ 6545835 h 6545835"/>
              <a:gd name="connsiteX9" fmla="*/ 1981579 w 3657600"/>
              <a:gd name="connsiteY9" fmla="*/ 6526195 h 6545835"/>
              <a:gd name="connsiteX10" fmla="*/ 1828801 w 3657600"/>
              <a:gd name="connsiteY10" fmla="*/ 6295926 h 6545835"/>
              <a:gd name="connsiteX11" fmla="*/ 1578655 w 3657600"/>
              <a:gd name="connsiteY11" fmla="*/ 6046022 h 6545835"/>
              <a:gd name="connsiteX12" fmla="*/ 349250 w 3657600"/>
              <a:gd name="connsiteY12" fmla="*/ 6046022 h 6545835"/>
              <a:gd name="connsiteX13" fmla="*/ 0 w 3657600"/>
              <a:gd name="connsiteY13" fmla="*/ 5697110 h 6545835"/>
              <a:gd name="connsiteX14" fmla="*/ 0 w 3657600"/>
              <a:gd name="connsiteY14" fmla="*/ 349940 h 6545835"/>
              <a:gd name="connsiteX15" fmla="*/ 349250 w 3657600"/>
              <a:gd name="connsiteY15" fmla="*/ 1028 h 6545835"/>
              <a:gd name="connsiteX16" fmla="*/ 1828286 w 3657600"/>
              <a:gd name="connsiteY16" fmla="*/ 1028 h 6545835"/>
              <a:gd name="connsiteX17" fmla="*/ 1828801 w 3657600"/>
              <a:gd name="connsiteY17" fmla="*/ 514 h 6545835"/>
              <a:gd name="connsiteX18" fmla="*/ 1829315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1829315" y="0"/>
                </a:moveTo>
                <a:lnTo>
                  <a:pt x="3308351" y="0"/>
                </a:lnTo>
                <a:cubicBezTo>
                  <a:pt x="3477128" y="0"/>
                  <a:pt x="3617940" y="119601"/>
                  <a:pt x="3650506" y="278594"/>
                </a:cubicBezTo>
                <a:lnTo>
                  <a:pt x="3657600" y="348902"/>
                </a:lnTo>
                <a:lnTo>
                  <a:pt x="3657600" y="6196927"/>
                </a:lnTo>
                <a:lnTo>
                  <a:pt x="3650506" y="6267227"/>
                </a:lnTo>
                <a:cubicBezTo>
                  <a:pt x="3622592" y="6403496"/>
                  <a:pt x="3515151" y="6510853"/>
                  <a:pt x="3378738" y="6538746"/>
                </a:cubicBezTo>
                <a:lnTo>
                  <a:pt x="3308362" y="6545835"/>
                </a:lnTo>
                <a:lnTo>
                  <a:pt x="2078941" y="6545835"/>
                </a:lnTo>
                <a:lnTo>
                  <a:pt x="1981579" y="6526195"/>
                </a:lnTo>
                <a:cubicBezTo>
                  <a:pt x="1891798" y="6488252"/>
                  <a:pt x="1828801" y="6399429"/>
                  <a:pt x="1828801" y="6295926"/>
                </a:cubicBezTo>
                <a:cubicBezTo>
                  <a:pt x="1828801" y="6157909"/>
                  <a:pt x="1716806" y="6046022"/>
                  <a:pt x="1578655" y="6046022"/>
                </a:cubicBezTo>
                <a:lnTo>
                  <a:pt x="349250" y="6046022"/>
                </a:lnTo>
                <a:cubicBezTo>
                  <a:pt x="156364" y="6046022"/>
                  <a:pt x="0" y="5889805"/>
                  <a:pt x="0" y="5697110"/>
                </a:cubicBezTo>
                <a:lnTo>
                  <a:pt x="0" y="349940"/>
                </a:lnTo>
                <a:cubicBezTo>
                  <a:pt x="0" y="157241"/>
                  <a:pt x="156364" y="1028"/>
                  <a:pt x="349250" y="1028"/>
                </a:cubicBezTo>
                <a:lnTo>
                  <a:pt x="1828286" y="1028"/>
                </a:lnTo>
                <a:cubicBezTo>
                  <a:pt x="1828572" y="1028"/>
                  <a:pt x="1828801" y="798"/>
                  <a:pt x="1828801" y="514"/>
                </a:cubicBezTo>
                <a:cubicBezTo>
                  <a:pt x="1828801" y="230"/>
                  <a:pt x="1829029" y="0"/>
                  <a:pt x="1829315" y="0"/>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953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CE554734-17E5-A778-C85A-403D40853237}"/>
              </a:ext>
            </a:extLst>
          </p:cNvPr>
          <p:cNvSpPr>
            <a:spLocks noGrp="1"/>
          </p:cNvSpPr>
          <p:nvPr>
            <p:ph type="ftr" sz="quarter" idx="17"/>
          </p:nvPr>
        </p:nvSpPr>
        <p:spPr>
          <a:xfrm>
            <a:off x="152400" y="6347057"/>
            <a:ext cx="1600200" cy="365125"/>
          </a:xfrm>
        </p:spPr>
        <p:txBody>
          <a:bodyPr/>
          <a:lstStyle/>
          <a:p>
            <a:r>
              <a:rPr lang="en-US"/>
              <a:t>Sample Footer Text</a:t>
            </a:r>
          </a:p>
        </p:txBody>
      </p:sp>
      <p:sp>
        <p:nvSpPr>
          <p:cNvPr id="9" name="Date Placeholder 8">
            <a:extLst>
              <a:ext uri="{FF2B5EF4-FFF2-40B4-BE49-F238E27FC236}">
                <a16:creationId xmlns:a16="http://schemas.microsoft.com/office/drawing/2014/main" id="{5BC33B0E-C66A-052A-1E5D-E52A78CEE491}"/>
              </a:ext>
            </a:extLst>
          </p:cNvPr>
          <p:cNvSpPr>
            <a:spLocks noGrp="1"/>
          </p:cNvSpPr>
          <p:nvPr>
            <p:ph type="dt" sz="half" idx="16"/>
          </p:nvPr>
        </p:nvSpPr>
        <p:spPr/>
        <p:txBody>
          <a:bodyPr/>
          <a:lstStyle/>
          <a:p>
            <a:fld id="{7B7AA9A6-1052-6144-AEF7-DAB3DC5C1870}" type="datetime1">
              <a:rPr lang="en-US" smtClean="0"/>
              <a:t>12/13/2025</a:t>
            </a:fld>
            <a:endParaRPr lang="en-US"/>
          </a:p>
        </p:txBody>
      </p:sp>
      <p:sp>
        <p:nvSpPr>
          <p:cNvPr id="11" name="Slide Number Placeholder 10">
            <a:extLst>
              <a:ext uri="{FF2B5EF4-FFF2-40B4-BE49-F238E27FC236}">
                <a16:creationId xmlns:a16="http://schemas.microsoft.com/office/drawing/2014/main" id="{397DD097-90E0-2A9F-AAFE-460FC67E9A1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57EC580-88DE-56DE-5258-9F16851E9486}"/>
              </a:ext>
            </a:extLst>
          </p:cNvPr>
          <p:cNvSpPr>
            <a:spLocks noGrp="1"/>
          </p:cNvSpPr>
          <p:nvPr>
            <p:ph type="title"/>
          </p:nvPr>
        </p:nvSpPr>
        <p:spPr>
          <a:xfrm>
            <a:off x="381001" y="685801"/>
            <a:ext cx="6857999" cy="914400"/>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0C3FF79-59DB-9A09-BAE9-314BF322E5E3}"/>
              </a:ext>
            </a:extLst>
          </p:cNvPr>
          <p:cNvSpPr>
            <a:spLocks noGrp="1"/>
          </p:cNvSpPr>
          <p:nvPr>
            <p:ph sz="quarter" idx="14"/>
          </p:nvPr>
        </p:nvSpPr>
        <p:spPr>
          <a:xfrm>
            <a:off x="381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3964543-7DAC-0CE9-CE60-91786FE74153}"/>
              </a:ext>
            </a:extLst>
          </p:cNvPr>
          <p:cNvSpPr>
            <a:spLocks noGrp="1"/>
          </p:cNvSpPr>
          <p:nvPr>
            <p:ph type="pic" sz="quarter" idx="15"/>
          </p:nvPr>
        </p:nvSpPr>
        <p:spPr>
          <a:xfrm>
            <a:off x="8382000" y="152400"/>
            <a:ext cx="3657600" cy="6545835"/>
          </a:xfrm>
          <a:custGeom>
            <a:avLst/>
            <a:gdLst>
              <a:gd name="connsiteX0" fmla="*/ 349250 w 3657600"/>
              <a:gd name="connsiteY0" fmla="*/ 0 h 6545835"/>
              <a:gd name="connsiteX1" fmla="*/ 1828286 w 3657600"/>
              <a:gd name="connsiteY1" fmla="*/ 0 h 6545835"/>
              <a:gd name="connsiteX2" fmla="*/ 1828800 w 3657600"/>
              <a:gd name="connsiteY2" fmla="*/ 514 h 6545835"/>
              <a:gd name="connsiteX3" fmla="*/ 1829315 w 3657600"/>
              <a:gd name="connsiteY3" fmla="*/ 1028 h 6545835"/>
              <a:gd name="connsiteX4" fmla="*/ 3308351 w 3657600"/>
              <a:gd name="connsiteY4" fmla="*/ 1028 h 6545835"/>
              <a:gd name="connsiteX5" fmla="*/ 3650505 w 3657600"/>
              <a:gd name="connsiteY5" fmla="*/ 279622 h 6545835"/>
              <a:gd name="connsiteX6" fmla="*/ 3657600 w 3657600"/>
              <a:gd name="connsiteY6" fmla="*/ 349930 h 6545835"/>
              <a:gd name="connsiteX7" fmla="*/ 3657600 w 3657600"/>
              <a:gd name="connsiteY7" fmla="*/ 5697120 h 6545835"/>
              <a:gd name="connsiteX8" fmla="*/ 3650505 w 3657600"/>
              <a:gd name="connsiteY8" fmla="*/ 5767427 h 6545835"/>
              <a:gd name="connsiteX9" fmla="*/ 3308351 w 3657600"/>
              <a:gd name="connsiteY9" fmla="*/ 6046022 h 6545835"/>
              <a:gd name="connsiteX10" fmla="*/ 2078946 w 3657600"/>
              <a:gd name="connsiteY10" fmla="*/ 6046022 h 6545835"/>
              <a:gd name="connsiteX11" fmla="*/ 1828800 w 3657600"/>
              <a:gd name="connsiteY11" fmla="*/ 6295926 h 6545835"/>
              <a:gd name="connsiteX12" fmla="*/ 1676022 w 3657600"/>
              <a:gd name="connsiteY12" fmla="*/ 6526195 h 6545835"/>
              <a:gd name="connsiteX13" fmla="*/ 1578660 w 3657600"/>
              <a:gd name="connsiteY13" fmla="*/ 6545835 h 6545835"/>
              <a:gd name="connsiteX14" fmla="*/ 349241 w 3657600"/>
              <a:gd name="connsiteY14" fmla="*/ 6545835 h 6545835"/>
              <a:gd name="connsiteX15" fmla="*/ 278864 w 3657600"/>
              <a:gd name="connsiteY15" fmla="*/ 6538746 h 6545835"/>
              <a:gd name="connsiteX16" fmla="*/ 0 w 3657600"/>
              <a:gd name="connsiteY16" fmla="*/ 6196917 h 6545835"/>
              <a:gd name="connsiteX17" fmla="*/ 0 w 3657600"/>
              <a:gd name="connsiteY17" fmla="*/ 348912 h 6545835"/>
              <a:gd name="connsiteX18" fmla="*/ 349250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349250" y="0"/>
                </a:moveTo>
                <a:lnTo>
                  <a:pt x="1828286" y="0"/>
                </a:lnTo>
                <a:cubicBezTo>
                  <a:pt x="1828572" y="0"/>
                  <a:pt x="1828800" y="230"/>
                  <a:pt x="1828800" y="514"/>
                </a:cubicBezTo>
                <a:cubicBezTo>
                  <a:pt x="1828800" y="798"/>
                  <a:pt x="1829029" y="1028"/>
                  <a:pt x="1829315" y="1028"/>
                </a:cubicBezTo>
                <a:lnTo>
                  <a:pt x="3308351" y="1028"/>
                </a:lnTo>
                <a:cubicBezTo>
                  <a:pt x="3477126" y="1028"/>
                  <a:pt x="3617939" y="120629"/>
                  <a:pt x="3650505" y="279622"/>
                </a:cubicBezTo>
                <a:lnTo>
                  <a:pt x="3657600" y="349930"/>
                </a:lnTo>
                <a:lnTo>
                  <a:pt x="3657600" y="5697120"/>
                </a:lnTo>
                <a:lnTo>
                  <a:pt x="3650505" y="5767427"/>
                </a:lnTo>
                <a:cubicBezTo>
                  <a:pt x="3617939" y="5926419"/>
                  <a:pt x="3477126" y="6046022"/>
                  <a:pt x="3308351" y="6046022"/>
                </a:cubicBezTo>
                <a:lnTo>
                  <a:pt x="2078946" y="6046022"/>
                </a:lnTo>
                <a:cubicBezTo>
                  <a:pt x="1940795" y="6046022"/>
                  <a:pt x="1828800" y="6157909"/>
                  <a:pt x="1828800" y="6295926"/>
                </a:cubicBezTo>
                <a:cubicBezTo>
                  <a:pt x="1828800" y="6399429"/>
                  <a:pt x="1765803" y="6488252"/>
                  <a:pt x="1676022" y="6526195"/>
                </a:cubicBezTo>
                <a:lnTo>
                  <a:pt x="1578660" y="6545835"/>
                </a:lnTo>
                <a:lnTo>
                  <a:pt x="349241" y="6545835"/>
                </a:lnTo>
                <a:lnTo>
                  <a:pt x="278864" y="6538746"/>
                </a:lnTo>
                <a:cubicBezTo>
                  <a:pt x="119715" y="6506205"/>
                  <a:pt x="0" y="6365503"/>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0200DA31-8001-338B-5371-3A7494E8D478}"/>
              </a:ext>
            </a:extLst>
          </p:cNvPr>
          <p:cNvSpPr>
            <a:spLocks noGrp="1"/>
          </p:cNvSpPr>
          <p:nvPr>
            <p:ph type="ftr" sz="quarter" idx="17"/>
          </p:nvPr>
        </p:nvSpPr>
        <p:spPr/>
        <p:txBody>
          <a:bodyPr/>
          <a:lstStyle/>
          <a:p>
            <a:r>
              <a:rPr lang="en-US"/>
              <a:t>Sample Footer Text</a:t>
            </a:r>
          </a:p>
        </p:txBody>
      </p:sp>
      <p:sp>
        <p:nvSpPr>
          <p:cNvPr id="11" name="Date Placeholder 10">
            <a:extLst>
              <a:ext uri="{FF2B5EF4-FFF2-40B4-BE49-F238E27FC236}">
                <a16:creationId xmlns:a16="http://schemas.microsoft.com/office/drawing/2014/main" id="{261ED7C0-4B00-0749-E13A-727478511638}"/>
              </a:ext>
            </a:extLst>
          </p:cNvPr>
          <p:cNvSpPr>
            <a:spLocks noGrp="1"/>
          </p:cNvSpPr>
          <p:nvPr>
            <p:ph type="dt" sz="half" idx="16"/>
          </p:nvPr>
        </p:nvSpPr>
        <p:spPr>
          <a:xfrm>
            <a:off x="5819829" y="6340475"/>
            <a:ext cx="1800171" cy="365125"/>
          </a:xfrm>
        </p:spPr>
        <p:txBody>
          <a:bodyPr/>
          <a:lstStyle/>
          <a:p>
            <a:fld id="{3FE5D550-C18F-9046-9823-1666101C984D}" type="datetime1">
              <a:rPr lang="en-US" smtClean="0"/>
              <a:t>12/13/2025</a:t>
            </a:fld>
            <a:endParaRPr lang="en-US"/>
          </a:p>
        </p:txBody>
      </p:sp>
      <p:sp>
        <p:nvSpPr>
          <p:cNvPr id="13" name="Slide Number Placeholder 12">
            <a:extLst>
              <a:ext uri="{FF2B5EF4-FFF2-40B4-BE49-F238E27FC236}">
                <a16:creationId xmlns:a16="http://schemas.microsoft.com/office/drawing/2014/main" id="{C084553E-C102-DA3B-F180-DD397211326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23733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345EA323-74B6-5848-92CE-4C72A64B8493}" type="datetime1">
              <a:rPr lang="en-US" smtClean="0"/>
              <a:t>12/13/2025</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7628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1000" y="709098"/>
            <a:ext cx="4114800" cy="1805502"/>
          </a:xfrm>
          <a:prstGeom prst="rect">
            <a:avLst/>
          </a:prstGeom>
        </p:spPr>
        <p:txBody>
          <a:bodyPr anchor="t">
            <a:normAutofit/>
          </a:bodyPr>
          <a:lstStyle>
            <a:lvl1pPr>
              <a:defRPr sz="2800"/>
            </a:lvl1pPr>
          </a:lstStyle>
          <a:p>
            <a:r>
              <a:rPr lang="en-US" dirty="0"/>
              <a:t>Click to edit Master title style</a:t>
            </a:r>
          </a:p>
        </p:txBody>
      </p:sp>
      <p:sp>
        <p:nvSpPr>
          <p:cNvPr id="16" name="Picture Placeholder 15">
            <a:extLst>
              <a:ext uri="{FF2B5EF4-FFF2-40B4-BE49-F238E27FC236}">
                <a16:creationId xmlns:a16="http://schemas.microsoft.com/office/drawing/2014/main" id="{EA2CA930-2485-A4DF-F377-8218AE4BB18E}"/>
              </a:ext>
            </a:extLst>
          </p:cNvPr>
          <p:cNvSpPr>
            <a:spLocks noGrp="1"/>
          </p:cNvSpPr>
          <p:nvPr>
            <p:ph type="pic" sz="quarter" idx="15"/>
          </p:nvPr>
        </p:nvSpPr>
        <p:spPr>
          <a:xfrm>
            <a:off x="381001" y="3090060"/>
            <a:ext cx="4114800" cy="3078972"/>
          </a:xfrm>
          <a:custGeom>
            <a:avLst/>
            <a:gdLst>
              <a:gd name="connsiteX0" fmla="*/ 349250 w 3657600"/>
              <a:gd name="connsiteY0" fmla="*/ 0 h 2736864"/>
              <a:gd name="connsiteX1" fmla="*/ 3308350 w 3657600"/>
              <a:gd name="connsiteY1" fmla="*/ 0 h 2736864"/>
              <a:gd name="connsiteX2" fmla="*/ 3657600 w 3657600"/>
              <a:gd name="connsiteY2" fmla="*/ 348444 h 2736864"/>
              <a:gd name="connsiteX3" fmla="*/ 3657600 w 3657600"/>
              <a:gd name="connsiteY3" fmla="*/ 2388421 h 2736864"/>
              <a:gd name="connsiteX4" fmla="*/ 3308350 w 3657600"/>
              <a:gd name="connsiteY4" fmla="*/ 2736864 h 2736864"/>
              <a:gd name="connsiteX5" fmla="*/ 349250 w 3657600"/>
              <a:gd name="connsiteY5" fmla="*/ 2736864 h 2736864"/>
              <a:gd name="connsiteX6" fmla="*/ 0 w 3657600"/>
              <a:gd name="connsiteY6" fmla="*/ 2388421 h 2736864"/>
              <a:gd name="connsiteX7" fmla="*/ 0 w 3657600"/>
              <a:gd name="connsiteY7" fmla="*/ 348444 h 2736864"/>
              <a:gd name="connsiteX8" fmla="*/ 349250 w 3657600"/>
              <a:gd name="connsiteY8" fmla="*/ 0 h 27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736864">
                <a:moveTo>
                  <a:pt x="349250" y="0"/>
                </a:moveTo>
                <a:lnTo>
                  <a:pt x="3308350" y="0"/>
                </a:lnTo>
                <a:cubicBezTo>
                  <a:pt x="3501238" y="0"/>
                  <a:pt x="3657600" y="156003"/>
                  <a:pt x="3657600" y="348444"/>
                </a:cubicBezTo>
                <a:lnTo>
                  <a:pt x="3657600" y="2388421"/>
                </a:lnTo>
                <a:cubicBezTo>
                  <a:pt x="3657600" y="2580863"/>
                  <a:pt x="3501238" y="2736864"/>
                  <a:pt x="3308350" y="2736864"/>
                </a:cubicBezTo>
                <a:lnTo>
                  <a:pt x="349250" y="2736864"/>
                </a:lnTo>
                <a:cubicBezTo>
                  <a:pt x="156364" y="2736864"/>
                  <a:pt x="0" y="2580863"/>
                  <a:pt x="0" y="2388421"/>
                </a:cubicBezTo>
                <a:lnTo>
                  <a:pt x="0" y="348444"/>
                </a:lnTo>
                <a:cubicBezTo>
                  <a:pt x="0" y="156003"/>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629400" cy="546310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FCB87F31-D334-B77F-23ED-BC9392A5A190}"/>
              </a:ext>
            </a:extLst>
          </p:cNvPr>
          <p:cNvSpPr>
            <a:spLocks noGrp="1"/>
          </p:cNvSpPr>
          <p:nvPr>
            <p:ph type="ftr" sz="quarter" idx="17"/>
          </p:nvPr>
        </p:nvSpPr>
        <p:spPr/>
        <p:txBody>
          <a:bodyPr/>
          <a:lstStyle/>
          <a:p>
            <a:r>
              <a:rPr lang="en-US"/>
              <a:t>Sample Footer Text</a:t>
            </a:r>
          </a:p>
        </p:txBody>
      </p:sp>
      <p:sp>
        <p:nvSpPr>
          <p:cNvPr id="17" name="Date Placeholder 16">
            <a:extLst>
              <a:ext uri="{FF2B5EF4-FFF2-40B4-BE49-F238E27FC236}">
                <a16:creationId xmlns:a16="http://schemas.microsoft.com/office/drawing/2014/main" id="{CFC38238-FDEF-8175-D965-3AB225B3E4DC}"/>
              </a:ext>
            </a:extLst>
          </p:cNvPr>
          <p:cNvSpPr>
            <a:spLocks noGrp="1"/>
          </p:cNvSpPr>
          <p:nvPr>
            <p:ph type="dt" sz="half" idx="16"/>
          </p:nvPr>
        </p:nvSpPr>
        <p:spPr/>
        <p:txBody>
          <a:bodyPr/>
          <a:lstStyle/>
          <a:p>
            <a:fld id="{7EB7FF3F-DA9F-314F-9D49-20971D537C61}" type="datetime1">
              <a:rPr lang="en-US" smtClean="0"/>
              <a:t>12/13/2025</a:t>
            </a:fld>
            <a:endParaRPr lang="en-US"/>
          </a:p>
        </p:txBody>
      </p:sp>
      <p:sp>
        <p:nvSpPr>
          <p:cNvPr id="19" name="Slide Number Placeholder 18">
            <a:extLst>
              <a:ext uri="{FF2B5EF4-FFF2-40B4-BE49-F238E27FC236}">
                <a16:creationId xmlns:a16="http://schemas.microsoft.com/office/drawing/2014/main" id="{1C67D1B5-265C-82B0-F8CD-079589F0A1C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16853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pic>
        <p:nvPicPr>
          <p:cNvPr id="18" name="Picture 17" descr="A close up of a colorful background&#10;&#10;AI-generated content may be incorrect.">
            <a:extLst>
              <a:ext uri="{FF2B5EF4-FFF2-40B4-BE49-F238E27FC236}">
                <a16:creationId xmlns:a16="http://schemas.microsoft.com/office/drawing/2014/main" id="{B88F4B1A-8CA8-A34A-4954-AE7A09F852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3469D919-6BEC-1146-C73F-9E159C2CBC47}"/>
              </a:ext>
            </a:extLst>
          </p:cNvPr>
          <p:cNvSpPr>
            <a:spLocks noGrp="1"/>
          </p:cNvSpPr>
          <p:nvPr>
            <p:ph type="title"/>
          </p:nvPr>
        </p:nvSpPr>
        <p:spPr>
          <a:xfrm>
            <a:off x="1523999" y="5020235"/>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dirty="0"/>
              <a:t>Click to edit Master title style</a:t>
            </a:r>
          </a:p>
        </p:txBody>
      </p:sp>
      <p:sp>
        <p:nvSpPr>
          <p:cNvPr id="9" name="Content Placeholder 6">
            <a:extLst>
              <a:ext uri="{FF2B5EF4-FFF2-40B4-BE49-F238E27FC236}">
                <a16:creationId xmlns:a16="http://schemas.microsoft.com/office/drawing/2014/main" id="{7CDAC417-B61F-30A2-725C-3CF74077D955}"/>
              </a:ext>
            </a:extLst>
          </p:cNvPr>
          <p:cNvSpPr>
            <a:spLocks noGrp="1"/>
          </p:cNvSpPr>
          <p:nvPr>
            <p:ph sz="quarter" idx="13" hasCustomPrompt="1"/>
          </p:nvPr>
        </p:nvSpPr>
        <p:spPr>
          <a:xfrm>
            <a:off x="381000" y="1219200"/>
            <a:ext cx="11423901" cy="4334435"/>
          </a:xfrm>
        </p:spPr>
        <p:txBody>
          <a:bodyPr anchor="ctr">
            <a:normAutofit/>
          </a:bodyPr>
          <a:lstStyle>
            <a:lvl1pPr marL="0" indent="0" algn="ctr">
              <a:lnSpc>
                <a:spcPct val="90000"/>
              </a:lnSpc>
              <a:buNone/>
              <a:defRPr sz="32000" b="0" i="0">
                <a:solidFill>
                  <a:schemeClr val="tx1"/>
                </a:solidFill>
                <a:latin typeface="+mj-lt"/>
                <a:cs typeface="Biome" panose="020B0503030204020804" pitchFamily="34" charset="0"/>
              </a:defRPr>
            </a:lvl1pPr>
          </a:lstStyle>
          <a:p>
            <a:pPr lvl="0"/>
            <a:r>
              <a:rPr lang="en-US" dirty="0"/>
              <a:t>##%</a:t>
            </a:r>
          </a:p>
        </p:txBody>
      </p:sp>
      <p:sp>
        <p:nvSpPr>
          <p:cNvPr id="3" name="Footer Placeholder 2">
            <a:extLst>
              <a:ext uri="{FF2B5EF4-FFF2-40B4-BE49-F238E27FC236}">
                <a16:creationId xmlns:a16="http://schemas.microsoft.com/office/drawing/2014/main" id="{BABF7456-2994-4EAE-3371-7D91481A994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368108BC-C075-0A9E-0B2B-E7A83353BBC9}"/>
              </a:ext>
            </a:extLst>
          </p:cNvPr>
          <p:cNvSpPr>
            <a:spLocks noGrp="1"/>
          </p:cNvSpPr>
          <p:nvPr>
            <p:ph type="dt" sz="half" idx="14"/>
          </p:nvPr>
        </p:nvSpPr>
        <p:spPr/>
        <p:txBody>
          <a:bodyPr/>
          <a:lstStyle>
            <a:lvl1pPr>
              <a:defRPr>
                <a:solidFill>
                  <a:schemeClr val="tx1"/>
                </a:solidFill>
              </a:defRPr>
            </a:lvl1pPr>
          </a:lstStyle>
          <a:p>
            <a:fld id="{BB684DC2-C5AB-E14B-8633-21D19F683F0B}" type="datetime1">
              <a:rPr lang="en-US" smtClean="0"/>
              <a:pPr/>
              <a:t>12/13/2025</a:t>
            </a:fld>
            <a:endParaRPr lang="en-US"/>
          </a:p>
        </p:txBody>
      </p:sp>
      <p:sp>
        <p:nvSpPr>
          <p:cNvPr id="4" name="Slide Number Placeholder 3">
            <a:extLst>
              <a:ext uri="{FF2B5EF4-FFF2-40B4-BE49-F238E27FC236}">
                <a16:creationId xmlns:a16="http://schemas.microsoft.com/office/drawing/2014/main" id="{2127E1D0-2E0F-F464-3005-274CB18AA4E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513456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pic>
        <p:nvPicPr>
          <p:cNvPr id="14" name="Picture 13" descr="A close up of a bubble&#10;&#10;AI-generated content may be incorrect.">
            <a:extLst>
              <a:ext uri="{FF2B5EF4-FFF2-40B4-BE49-F238E27FC236}">
                <a16:creationId xmlns:a16="http://schemas.microsoft.com/office/drawing/2014/main" id="{B151E50E-DC1D-C22C-0C1F-221AA729DA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65420D2-A6C8-2DFC-2118-B78357CCAA8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CDF9954-8E89-826A-2D28-2C5E18A23406}"/>
              </a:ext>
            </a:extLst>
          </p:cNvPr>
          <p:cNvSpPr>
            <a:spLocks noGrp="1"/>
          </p:cNvSpPr>
          <p:nvPr>
            <p:ph type="title"/>
          </p:nvPr>
        </p:nvSpPr>
        <p:spPr>
          <a:xfrm>
            <a:off x="1523999" y="4876800"/>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7" name="Footer Placeholder 6">
            <a:extLst>
              <a:ext uri="{FF2B5EF4-FFF2-40B4-BE49-F238E27FC236}">
                <a16:creationId xmlns:a16="http://schemas.microsoft.com/office/drawing/2014/main" id="{06FF8955-81FF-5C9E-4367-C787FEB7E923}"/>
              </a:ext>
            </a:extLst>
          </p:cNvPr>
          <p:cNvSpPr>
            <a:spLocks noGrp="1"/>
          </p:cNvSpPr>
          <p:nvPr>
            <p:ph type="ftr" sz="quarter" idx="15"/>
          </p:nvPr>
        </p:nvSpPr>
        <p:spPr>
          <a:xfrm>
            <a:off x="381000" y="158982"/>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AE8E656D-8CAF-0BA1-21A3-D813F0C299AC}"/>
              </a:ext>
            </a:extLst>
          </p:cNvPr>
          <p:cNvSpPr>
            <a:spLocks noGrp="1"/>
          </p:cNvSpPr>
          <p:nvPr>
            <p:ph type="dt" sz="half" idx="14"/>
          </p:nvPr>
        </p:nvSpPr>
        <p:spPr>
          <a:xfrm>
            <a:off x="9525000" y="152400"/>
            <a:ext cx="1800171" cy="365125"/>
          </a:xfrm>
        </p:spPr>
        <p:txBody>
          <a:bodyPr/>
          <a:lstStyle/>
          <a:p>
            <a:fld id="{9195CB68-20BB-7D4A-9E92-9AD71D038F2F}" type="datetime1">
              <a:rPr lang="en-US" smtClean="0"/>
              <a:t>12/13/2025</a:t>
            </a:fld>
            <a:endParaRPr lang="en-US"/>
          </a:p>
        </p:txBody>
      </p:sp>
      <p:sp>
        <p:nvSpPr>
          <p:cNvPr id="11" name="Slide Number Placeholder 10">
            <a:extLst>
              <a:ext uri="{FF2B5EF4-FFF2-40B4-BE49-F238E27FC236}">
                <a16:creationId xmlns:a16="http://schemas.microsoft.com/office/drawing/2014/main" id="{08E1534F-67F4-FC39-959A-B960911FFF2A}"/>
              </a:ext>
            </a:extLst>
          </p:cNvPr>
          <p:cNvSpPr>
            <a:spLocks noGrp="1"/>
          </p:cNvSpPr>
          <p:nvPr>
            <p:ph type="sldNum" sz="quarter" idx="16"/>
          </p:nvPr>
        </p:nvSpPr>
        <p:spPr>
          <a:xfrm>
            <a:off x="11375694" y="152400"/>
            <a:ext cx="429207" cy="365125"/>
          </a:xfrm>
        </p:spPr>
        <p:txBody>
          <a:bodyPr/>
          <a:lstStyle/>
          <a:p>
            <a:fld id="{AEAA3239-9EA4-4A65-A281-97F994456D9F}" type="slidenum">
              <a:rPr lang="en-US" smtClean="0"/>
              <a:pPr/>
              <a:t>‹#›</a:t>
            </a:fld>
            <a:endParaRPr lang="en-US"/>
          </a:p>
        </p:txBody>
      </p:sp>
      <p:sp>
        <p:nvSpPr>
          <p:cNvPr id="10" name="Content Placeholder 6">
            <a:extLst>
              <a:ext uri="{FF2B5EF4-FFF2-40B4-BE49-F238E27FC236}">
                <a16:creationId xmlns:a16="http://schemas.microsoft.com/office/drawing/2014/main" id="{C93864AC-1E34-CDBA-AC5E-F572F13532E7}"/>
              </a:ext>
            </a:extLst>
          </p:cNvPr>
          <p:cNvSpPr>
            <a:spLocks noGrp="1"/>
          </p:cNvSpPr>
          <p:nvPr>
            <p:ph sz="quarter" idx="13" hasCustomPrompt="1"/>
          </p:nvPr>
        </p:nvSpPr>
        <p:spPr>
          <a:xfrm>
            <a:off x="609601" y="1219200"/>
            <a:ext cx="10972800" cy="4334435"/>
          </a:xfrm>
        </p:spPr>
        <p:txBody>
          <a:bodyPr anchor="ctr">
            <a:normAutofit/>
          </a:bodyPr>
          <a:lstStyle>
            <a:lvl1pPr marL="0" indent="0" algn="ctr">
              <a:lnSpc>
                <a:spcPct val="90000"/>
              </a:lnSpc>
              <a:buNone/>
              <a:defRPr sz="28000" b="0" i="0">
                <a:solidFill>
                  <a:schemeClr val="tx1"/>
                </a:solidFill>
                <a:latin typeface="+mj-lt"/>
                <a:cs typeface="Biome" panose="020B0503030204020804" pitchFamily="34" charset="0"/>
              </a:defRPr>
            </a:lvl1pPr>
          </a:lstStyle>
          <a:p>
            <a:pPr lvl="0"/>
            <a:r>
              <a:rPr lang="en-US" dirty="0"/>
              <a:t>##%</a:t>
            </a:r>
          </a:p>
        </p:txBody>
      </p:sp>
    </p:spTree>
    <p:extLst>
      <p:ext uri="{BB962C8B-B14F-4D97-AF65-F5344CB8AC3E}">
        <p14:creationId xmlns:p14="http://schemas.microsoft.com/office/powerpoint/2010/main" val="33919335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pic>
        <p:nvPicPr>
          <p:cNvPr id="17" name="Picture 16" descr="A close up of a pink and blue background&#10;&#10;AI-generated content may be incorrect.">
            <a:extLst>
              <a:ext uri="{FF2B5EF4-FFF2-40B4-BE49-F238E27FC236}">
                <a16:creationId xmlns:a16="http://schemas.microsoft.com/office/drawing/2014/main" id="{EE26E3E4-C73C-05B3-5F0F-3D152F526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5"/>
            <a:ext cx="12188952" cy="6856285"/>
          </a:xfrm>
          <a:prstGeom prst="rect">
            <a:avLst/>
          </a:prstGeom>
        </p:spPr>
      </p:pic>
      <p:pic>
        <p:nvPicPr>
          <p:cNvPr id="8" name="Graphic 7">
            <a:extLst>
              <a:ext uri="{FF2B5EF4-FFF2-40B4-BE49-F238E27FC236}">
                <a16:creationId xmlns:a16="http://schemas.microsoft.com/office/drawing/2014/main" id="{0A565F90-9406-D8D9-2A7A-FB8CA7E9789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9733436F-DF03-C037-5141-6E90FCA81FA9}"/>
              </a:ext>
            </a:extLst>
          </p:cNvPr>
          <p:cNvSpPr>
            <a:spLocks noGrp="1"/>
          </p:cNvSpPr>
          <p:nvPr>
            <p:ph type="title"/>
          </p:nvPr>
        </p:nvSpPr>
        <p:spPr>
          <a:xfrm>
            <a:off x="4724400" y="5029201"/>
            <a:ext cx="6858000" cy="1059806"/>
          </a:xfrm>
        </p:spPr>
        <p:txBody>
          <a:bodyPr anchor="ctr"/>
          <a:lstStyle>
            <a:lvl1pPr>
              <a:lnSpc>
                <a:spcPct val="110000"/>
              </a:lnSpc>
              <a:defRPr sz="220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3ADBA34-7E08-D5CF-9B8C-ABC3777215BC}"/>
              </a:ext>
            </a:extLst>
          </p:cNvPr>
          <p:cNvSpPr>
            <a:spLocks noGrp="1"/>
          </p:cNvSpPr>
          <p:nvPr>
            <p:ph sz="quarter" idx="17" hasCustomPrompt="1"/>
          </p:nvPr>
        </p:nvSpPr>
        <p:spPr>
          <a:xfrm>
            <a:off x="609600" y="1066800"/>
            <a:ext cx="10972800" cy="4041648"/>
          </a:xfrm>
        </p:spPr>
        <p:txBody>
          <a:bodyPr anchor="ctr"/>
          <a:lstStyle>
            <a:lvl1pPr>
              <a:lnSpc>
                <a:spcPct val="90000"/>
              </a:lnSpc>
              <a:defRPr sz="32000">
                <a:latin typeface="+mj-lt"/>
              </a:defRPr>
            </a:lvl1pPr>
          </a:lstStyle>
          <a:p>
            <a:pPr lvl="0"/>
            <a:r>
              <a:rPr lang="en-US" dirty="0"/>
              <a:t>##%</a:t>
            </a:r>
          </a:p>
        </p:txBody>
      </p:sp>
      <p:sp>
        <p:nvSpPr>
          <p:cNvPr id="3" name="Footer Placeholder 2">
            <a:extLst>
              <a:ext uri="{FF2B5EF4-FFF2-40B4-BE49-F238E27FC236}">
                <a16:creationId xmlns:a16="http://schemas.microsoft.com/office/drawing/2014/main" id="{33231733-5D4C-7A42-4F95-61D85EEAF5F5}"/>
              </a:ext>
            </a:extLst>
          </p:cNvPr>
          <p:cNvSpPr>
            <a:spLocks noGrp="1"/>
          </p:cNvSpPr>
          <p:nvPr>
            <p:ph type="ftr" sz="quarter" idx="15"/>
          </p:nvPr>
        </p:nvSpPr>
        <p:spPr/>
        <p:txBody>
          <a:bodyPr/>
          <a:lstStyle/>
          <a:p>
            <a:r>
              <a:rPr lang="en-US" dirty="0"/>
              <a:t>Sample Footer Text</a:t>
            </a:r>
          </a:p>
        </p:txBody>
      </p:sp>
      <p:sp>
        <p:nvSpPr>
          <p:cNvPr id="2" name="Date Placeholder 1">
            <a:extLst>
              <a:ext uri="{FF2B5EF4-FFF2-40B4-BE49-F238E27FC236}">
                <a16:creationId xmlns:a16="http://schemas.microsoft.com/office/drawing/2014/main" id="{56416323-93D8-EC57-3DB5-CC2794D1BC38}"/>
              </a:ext>
            </a:extLst>
          </p:cNvPr>
          <p:cNvSpPr>
            <a:spLocks noGrp="1"/>
          </p:cNvSpPr>
          <p:nvPr>
            <p:ph type="dt" sz="half" idx="14"/>
          </p:nvPr>
        </p:nvSpPr>
        <p:spPr/>
        <p:txBody>
          <a:bodyPr/>
          <a:lstStyle/>
          <a:p>
            <a:fld id="{FAF93496-2377-444C-B645-EBE751409D0E}" type="datetime1">
              <a:rPr lang="en-US" smtClean="0"/>
              <a:t>12/13/2025</a:t>
            </a:fld>
            <a:endParaRPr lang="en-US"/>
          </a:p>
        </p:txBody>
      </p:sp>
      <p:sp>
        <p:nvSpPr>
          <p:cNvPr id="4" name="Slide Number Placeholder 3">
            <a:extLst>
              <a:ext uri="{FF2B5EF4-FFF2-40B4-BE49-F238E27FC236}">
                <a16:creationId xmlns:a16="http://schemas.microsoft.com/office/drawing/2014/main" id="{E0ECA7AA-A42C-BDBA-AA41-F842F560A9F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13" name="Picture 12" descr="A blue and pink gradient&#10;&#10;AI-generated content may be incorrect.">
            <a:extLst>
              <a:ext uri="{FF2B5EF4-FFF2-40B4-BE49-F238E27FC236}">
                <a16:creationId xmlns:a16="http://schemas.microsoft.com/office/drawing/2014/main" id="{B7C75419-CE9A-C722-14D8-AEB75E4273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BF766998-B646-F579-CEC0-CC818F8ADF79}"/>
              </a:ext>
            </a:extLst>
          </p:cNvPr>
          <p:cNvSpPr/>
          <p:nvPr/>
        </p:nvSpPr>
        <p:spPr>
          <a:xfrm rot="10800000">
            <a:off x="898" y="0"/>
            <a:ext cx="12185643" cy="6858000"/>
          </a:xfrm>
          <a:custGeom>
            <a:avLst/>
            <a:gdLst>
              <a:gd name="connsiteX0" fmla="*/ 12185643 w 12185643"/>
              <a:gd name="connsiteY0" fmla="*/ 6858000 h 6858000"/>
              <a:gd name="connsiteX1" fmla="*/ 0 w 12185643"/>
              <a:gd name="connsiteY1" fmla="*/ 6858000 h 6858000"/>
              <a:gd name="connsiteX2" fmla="*/ 0 w 12185643"/>
              <a:gd name="connsiteY2" fmla="*/ 0 h 6858000"/>
              <a:gd name="connsiteX3" fmla="*/ 12185643 w 12185643"/>
              <a:gd name="connsiteY3" fmla="*/ 0 h 6858000"/>
              <a:gd name="connsiteX4" fmla="*/ 12185643 w 12185643"/>
              <a:gd name="connsiteY4" fmla="*/ 6858000 h 6858000"/>
              <a:gd name="connsiteX5" fmla="*/ 501389 w 12185643"/>
              <a:gd name="connsiteY5" fmla="*/ 694246 h 6858000"/>
              <a:gd name="connsiteX6" fmla="*/ 152321 w 12185643"/>
              <a:gd name="connsiteY6" fmla="*/ 1043496 h 6858000"/>
              <a:gd name="connsiteX7" fmla="*/ 152321 w 12185643"/>
              <a:gd name="connsiteY7" fmla="*/ 6356350 h 6858000"/>
              <a:gd name="connsiteX8" fmla="*/ 501389 w 12185643"/>
              <a:gd name="connsiteY8" fmla="*/ 6705600 h 6858000"/>
              <a:gd name="connsiteX9" fmla="*/ 11684254 w 12185643"/>
              <a:gd name="connsiteY9" fmla="*/ 6705600 h 6858000"/>
              <a:gd name="connsiteX10" fmla="*/ 12033323 w 12185643"/>
              <a:gd name="connsiteY10" fmla="*/ 6356350 h 6858000"/>
              <a:gd name="connsiteX11" fmla="*/ 12033323 w 12185643"/>
              <a:gd name="connsiteY11" fmla="*/ 1043496 h 6858000"/>
              <a:gd name="connsiteX12" fmla="*/ 11684254 w 12185643"/>
              <a:gd name="connsiteY12" fmla="*/ 694246 h 6858000"/>
              <a:gd name="connsiteX13" fmla="*/ 501389 w 12185643"/>
              <a:gd name="connsiteY13" fmla="*/ 694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5643" h="6858000">
                <a:moveTo>
                  <a:pt x="12185643" y="6858000"/>
                </a:moveTo>
                <a:lnTo>
                  <a:pt x="0" y="6858000"/>
                </a:lnTo>
                <a:lnTo>
                  <a:pt x="0" y="0"/>
                </a:lnTo>
                <a:lnTo>
                  <a:pt x="12185643" y="0"/>
                </a:lnTo>
                <a:lnTo>
                  <a:pt x="12185643" y="6858000"/>
                </a:lnTo>
                <a:close/>
                <a:moveTo>
                  <a:pt x="501389" y="694246"/>
                </a:moveTo>
                <a:cubicBezTo>
                  <a:pt x="308604" y="694246"/>
                  <a:pt x="152321" y="850608"/>
                  <a:pt x="152321" y="1043496"/>
                </a:cubicBezTo>
                <a:lnTo>
                  <a:pt x="152321" y="6356350"/>
                </a:lnTo>
                <a:cubicBezTo>
                  <a:pt x="152321" y="6549263"/>
                  <a:pt x="308604" y="6705600"/>
                  <a:pt x="501389" y="6705600"/>
                </a:cubicBezTo>
                <a:lnTo>
                  <a:pt x="11684254" y="6705600"/>
                </a:lnTo>
                <a:cubicBezTo>
                  <a:pt x="11877067" y="6705600"/>
                  <a:pt x="12033323" y="6549263"/>
                  <a:pt x="12033323" y="6356350"/>
                </a:cubicBezTo>
                <a:lnTo>
                  <a:pt x="12033323" y="1043496"/>
                </a:lnTo>
                <a:cubicBezTo>
                  <a:pt x="12033323" y="850608"/>
                  <a:pt x="11877067" y="694246"/>
                  <a:pt x="11684254" y="694246"/>
                </a:cubicBezTo>
                <a:lnTo>
                  <a:pt x="501389" y="694246"/>
                </a:lnTo>
                <a:close/>
              </a:path>
            </a:pathLst>
          </a:custGeom>
          <a:solidFill>
            <a:schemeClr val="bg1"/>
          </a:solidFill>
          <a:ln w="6347" cap="flat">
            <a:noFill/>
            <a:prstDash val="solid"/>
            <a:miter/>
          </a:ln>
        </p:spPr>
        <p:txBody>
          <a:bodyPr rtlCol="0" anchor="ctr"/>
          <a:lstStyle/>
          <a:p>
            <a:endParaRPr lang="en-US">
              <a:solidFill>
                <a:schemeClr val="tx1"/>
              </a:solidFill>
            </a:endParaRPr>
          </a:p>
        </p:txBody>
      </p:sp>
      <p:sp>
        <p:nvSpPr>
          <p:cNvPr id="11" name="Title 10">
            <a:extLst>
              <a:ext uri="{FF2B5EF4-FFF2-40B4-BE49-F238E27FC236}">
                <a16:creationId xmlns:a16="http://schemas.microsoft.com/office/drawing/2014/main" id="{E0ABE5B9-4225-A306-2DAC-75E06A7BC64C}"/>
              </a:ext>
            </a:extLst>
          </p:cNvPr>
          <p:cNvSpPr>
            <a:spLocks noGrp="1"/>
          </p:cNvSpPr>
          <p:nvPr>
            <p:ph type="title"/>
          </p:nvPr>
        </p:nvSpPr>
        <p:spPr>
          <a:xfrm>
            <a:off x="604838" y="4730435"/>
            <a:ext cx="8234362" cy="908365"/>
          </a:xfrm>
        </p:spPr>
        <p:txBody>
          <a:bodyPr>
            <a:normAutofit/>
          </a:bodyPr>
          <a:lstStyle>
            <a:lvl1pPr>
              <a:lnSpc>
                <a:spcPct val="110000"/>
              </a:lnSpc>
              <a:defRPr sz="2400">
                <a:latin typeface="+mn-lt"/>
              </a:defRPr>
            </a:lvl1pPr>
          </a:lstStyle>
          <a:p>
            <a:r>
              <a:rPr lang="en-US" dirty="0"/>
              <a:t>Click to edit Master title style</a:t>
            </a:r>
          </a:p>
        </p:txBody>
      </p:sp>
      <p:sp>
        <p:nvSpPr>
          <p:cNvPr id="9" name="Content Placeholder 8">
            <a:extLst>
              <a:ext uri="{FF2B5EF4-FFF2-40B4-BE49-F238E27FC236}">
                <a16:creationId xmlns:a16="http://schemas.microsoft.com/office/drawing/2014/main" id="{37C34C59-51DE-1A41-1297-289A4EEC9610}"/>
              </a:ext>
            </a:extLst>
          </p:cNvPr>
          <p:cNvSpPr>
            <a:spLocks noGrp="1"/>
          </p:cNvSpPr>
          <p:nvPr>
            <p:ph sz="quarter" idx="17" hasCustomPrompt="1"/>
          </p:nvPr>
        </p:nvSpPr>
        <p:spPr>
          <a:xfrm>
            <a:off x="604838" y="838200"/>
            <a:ext cx="11199812" cy="3657600"/>
          </a:xfrm>
        </p:spPr>
        <p:txBody>
          <a:bodyPr/>
          <a:lstStyle>
            <a:lvl1pPr>
              <a:lnSpc>
                <a:spcPct val="90000"/>
              </a:lnSpc>
              <a:defRPr sz="27800">
                <a:latin typeface="+mj-lt"/>
              </a:defRPr>
            </a:lvl1pPr>
          </a:lstStyle>
          <a:p>
            <a:pPr lvl="0"/>
            <a:r>
              <a:rPr lang="en-US" dirty="0"/>
              <a:t>##%</a:t>
            </a:r>
          </a:p>
        </p:txBody>
      </p:sp>
      <p:sp>
        <p:nvSpPr>
          <p:cNvPr id="4" name="Footer Placeholder 3">
            <a:extLst>
              <a:ext uri="{FF2B5EF4-FFF2-40B4-BE49-F238E27FC236}">
                <a16:creationId xmlns:a16="http://schemas.microsoft.com/office/drawing/2014/main" id="{807D394B-A85B-3F18-7A00-F6903DB9D2C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74D33632-66A2-3497-6DB8-C0BAE37B2ED2}"/>
              </a:ext>
            </a:extLst>
          </p:cNvPr>
          <p:cNvSpPr>
            <a:spLocks noGrp="1"/>
          </p:cNvSpPr>
          <p:nvPr>
            <p:ph type="dt" sz="half" idx="14"/>
          </p:nvPr>
        </p:nvSpPr>
        <p:spPr/>
        <p:txBody>
          <a:bodyPr/>
          <a:lstStyle>
            <a:lvl1pPr>
              <a:defRPr>
                <a:solidFill>
                  <a:schemeClr val="tx1"/>
                </a:solidFill>
              </a:defRPr>
            </a:lvl1pPr>
          </a:lstStyle>
          <a:p>
            <a:fld id="{B29FD2E1-2E7E-4E47-A0E4-B8C330155E6A}" type="datetime1">
              <a:rPr lang="en-US" smtClean="0"/>
              <a:pPr/>
              <a:t>12/13/2025</a:t>
            </a:fld>
            <a:endParaRPr lang="en-US"/>
          </a:p>
        </p:txBody>
      </p:sp>
      <p:sp>
        <p:nvSpPr>
          <p:cNvPr id="5" name="Slide Number Placeholder 4">
            <a:extLst>
              <a:ext uri="{FF2B5EF4-FFF2-40B4-BE49-F238E27FC236}">
                <a16:creationId xmlns:a16="http://schemas.microsoft.com/office/drawing/2014/main" id="{3CD18E61-F2C7-CBF8-114B-A1C90515377C}"/>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8156961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EC02AF0-2629-8770-A541-3F1617189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D9950417-35F4-F816-8A7A-09C28E5F63A3}"/>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9" name="Content Placeholder 6">
            <a:extLst>
              <a:ext uri="{FF2B5EF4-FFF2-40B4-BE49-F238E27FC236}">
                <a16:creationId xmlns:a16="http://schemas.microsoft.com/office/drawing/2014/main" id="{85FC488E-5BA5-381F-F5F2-7A6D1B220906}"/>
              </a:ext>
            </a:extLst>
          </p:cNvPr>
          <p:cNvSpPr>
            <a:spLocks noGrp="1"/>
          </p:cNvSpPr>
          <p:nvPr>
            <p:ph sz="quarter" idx="13" hasCustomPrompt="1"/>
          </p:nvPr>
        </p:nvSpPr>
        <p:spPr>
          <a:xfrm>
            <a:off x="381000" y="685800"/>
            <a:ext cx="11430000" cy="5486400"/>
          </a:xfrm>
        </p:spPr>
        <p:txBody>
          <a:bodyPr anchor="t">
            <a:normAutofit/>
          </a:bodyPr>
          <a:lstStyle>
            <a:lvl1pPr marL="0" indent="0">
              <a:lnSpc>
                <a:spcPct val="90000"/>
              </a:lnSpc>
              <a:buNone/>
              <a:defRPr sz="8000" b="0">
                <a:solidFill>
                  <a:schemeClr val="tx1"/>
                </a:solidFill>
              </a:defRPr>
            </a:lvl1pPr>
            <a:lvl2pPr marL="228600" indent="0">
              <a:lnSpc>
                <a:spcPct val="90000"/>
              </a:lnSpc>
              <a:buNone/>
              <a:defRPr sz="7200" b="0">
                <a:solidFill>
                  <a:schemeClr val="tx1"/>
                </a:solidFill>
              </a:defRPr>
            </a:lvl2pPr>
            <a:lvl3pPr marL="457200" indent="0">
              <a:lnSpc>
                <a:spcPct val="90000"/>
              </a:lnSpc>
              <a:buNone/>
              <a:defRPr sz="6600" b="0">
                <a:solidFill>
                  <a:schemeClr val="tx1"/>
                </a:solidFill>
              </a:defRPr>
            </a:lvl3pPr>
            <a:lvl4pPr marL="685800" indent="0">
              <a:lnSpc>
                <a:spcPct val="90000"/>
              </a:lnSpc>
              <a:buNone/>
              <a:defRPr sz="6000" b="0">
                <a:solidFill>
                  <a:schemeClr val="tx1"/>
                </a:solidFill>
              </a:defRPr>
            </a:lvl4pPr>
            <a:lvl5pPr marL="914400" indent="0">
              <a:lnSpc>
                <a:spcPct val="90000"/>
              </a:lnSpc>
              <a:buNone/>
              <a:defRPr sz="5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32B6F9AB-D139-2C1F-00CB-9691DC19D504}"/>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E16E803-3D9A-FF7D-784D-8A8F6C972030}"/>
              </a:ext>
            </a:extLst>
          </p:cNvPr>
          <p:cNvSpPr>
            <a:spLocks noGrp="1"/>
          </p:cNvSpPr>
          <p:nvPr>
            <p:ph type="dt" sz="half" idx="14"/>
          </p:nvPr>
        </p:nvSpPr>
        <p:spPr/>
        <p:txBody>
          <a:bodyPr/>
          <a:lstStyle>
            <a:lvl1pPr>
              <a:defRPr>
                <a:solidFill>
                  <a:schemeClr val="tx1"/>
                </a:solidFill>
              </a:defRPr>
            </a:lvl1pPr>
          </a:lstStyle>
          <a:p>
            <a:fld id="{EEC1C73B-E8EA-3F4D-BC6B-13568C609C15}" type="datetime1">
              <a:rPr lang="en-US" smtClean="0"/>
              <a:pPr/>
              <a:t>12/13/2025</a:t>
            </a:fld>
            <a:endParaRPr lang="en-US"/>
          </a:p>
        </p:txBody>
      </p:sp>
      <p:sp>
        <p:nvSpPr>
          <p:cNvPr id="4" name="Slide Number Placeholder 3">
            <a:extLst>
              <a:ext uri="{FF2B5EF4-FFF2-40B4-BE49-F238E27FC236}">
                <a16:creationId xmlns:a16="http://schemas.microsoft.com/office/drawing/2014/main" id="{1D8D7C72-3429-AAA8-654F-344ED902B91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8196551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bg1"/>
        </a:solidFill>
        <a:effectLst/>
      </p:bgPr>
    </p:bg>
    <p:spTree>
      <p:nvGrpSpPr>
        <p:cNvPr id="1" name=""/>
        <p:cNvGrpSpPr/>
        <p:nvPr/>
      </p:nvGrpSpPr>
      <p:grpSpPr>
        <a:xfrm>
          <a:off x="0" y="0"/>
          <a:ext cx="0" cy="0"/>
          <a:chOff x="0" y="0"/>
          <a:chExt cx="0" cy="0"/>
        </a:xfrm>
      </p:grpSpPr>
      <p:pic>
        <p:nvPicPr>
          <p:cNvPr id="19" name="Picture 18" descr="A blurry image of a blue and pink color&#10;&#10;AI-generated content may be incorrect.">
            <a:extLst>
              <a:ext uri="{FF2B5EF4-FFF2-40B4-BE49-F238E27FC236}">
                <a16:creationId xmlns:a16="http://schemas.microsoft.com/office/drawing/2014/main" id="{CE7B6BE6-8C3C-A057-92EF-B4CC19C0A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pic>
        <p:nvPicPr>
          <p:cNvPr id="12" name="Graphic 11">
            <a:extLst>
              <a:ext uri="{FF2B5EF4-FFF2-40B4-BE49-F238E27FC236}">
                <a16:creationId xmlns:a16="http://schemas.microsoft.com/office/drawing/2014/main" id="{484A6C87-FE17-4FCA-F34C-3C6963EBAA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DE31E7B3-0420-8F46-6F8C-BEC942469B7F}"/>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6">
            <a:extLst>
              <a:ext uri="{FF2B5EF4-FFF2-40B4-BE49-F238E27FC236}">
                <a16:creationId xmlns:a16="http://schemas.microsoft.com/office/drawing/2014/main" id="{DF3518DE-0793-421D-B1A4-28B056428663}"/>
              </a:ext>
            </a:extLst>
          </p:cNvPr>
          <p:cNvSpPr>
            <a:spLocks noGrp="1"/>
          </p:cNvSpPr>
          <p:nvPr>
            <p:ph sz="quarter" idx="13" hasCustomPrompt="1"/>
          </p:nvPr>
        </p:nvSpPr>
        <p:spPr>
          <a:xfrm>
            <a:off x="612648" y="1143000"/>
            <a:ext cx="10055352" cy="4572000"/>
          </a:xfrm>
        </p:spPr>
        <p:txBody>
          <a:bodyPr anchor="ctr">
            <a:normAutofit/>
          </a:bodyPr>
          <a:lstStyle>
            <a:lvl1pPr marL="0" indent="0">
              <a:lnSpc>
                <a:spcPct val="90000"/>
              </a:lnSpc>
              <a:buNone/>
              <a:defRPr sz="5500" b="0">
                <a:solidFill>
                  <a:schemeClr val="tx1"/>
                </a:solidFill>
              </a:defRPr>
            </a:lvl1pPr>
            <a:lvl2pPr marL="228600" indent="0">
              <a:lnSpc>
                <a:spcPct val="90000"/>
              </a:lnSpc>
              <a:buNone/>
              <a:defRPr sz="5500" b="0">
                <a:solidFill>
                  <a:schemeClr val="tx1"/>
                </a:solidFill>
              </a:defRPr>
            </a:lvl2pPr>
            <a:lvl3pPr marL="457200" indent="0">
              <a:lnSpc>
                <a:spcPct val="90000"/>
              </a:lnSpc>
              <a:buNone/>
              <a:defRPr sz="5500" b="0">
                <a:solidFill>
                  <a:schemeClr val="tx1"/>
                </a:solidFill>
              </a:defRPr>
            </a:lvl3pPr>
            <a:lvl4pPr marL="685800" indent="0">
              <a:lnSpc>
                <a:spcPct val="90000"/>
              </a:lnSpc>
              <a:buNone/>
              <a:defRPr sz="5500" b="0">
                <a:solidFill>
                  <a:schemeClr val="tx1"/>
                </a:solidFill>
              </a:defRPr>
            </a:lvl4pPr>
            <a:lvl5pPr marL="914400" indent="0">
              <a:lnSpc>
                <a:spcPct val="90000"/>
              </a:lnSpc>
              <a:buNone/>
              <a:defRPr sz="55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0">
            <a:extLst>
              <a:ext uri="{FF2B5EF4-FFF2-40B4-BE49-F238E27FC236}">
                <a16:creationId xmlns:a16="http://schemas.microsoft.com/office/drawing/2014/main" id="{DEEE13FA-BDB3-D527-0B3C-C5CF32ACA10A}"/>
              </a:ext>
            </a:extLst>
          </p:cNvPr>
          <p:cNvSpPr>
            <a:spLocks noGrp="1"/>
          </p:cNvSpPr>
          <p:nvPr>
            <p:ph type="ftr" sz="quarter" idx="11"/>
          </p:nvPr>
        </p:nvSpPr>
        <p:spPr>
          <a:xfrm>
            <a:off x="381000" y="6310660"/>
            <a:ext cx="3200400" cy="365125"/>
          </a:xfrm>
        </p:spPr>
        <p:txBody>
          <a:bodyPr/>
          <a:lstStyle>
            <a:lvl1pPr>
              <a:defRPr>
                <a:solidFill>
                  <a:schemeClr val="tx1"/>
                </a:solidFill>
              </a:defRPr>
            </a:lvl1pPr>
          </a:lstStyle>
          <a:p>
            <a:r>
              <a:rPr lang="en-US"/>
              <a:t>Sample Footer Text</a:t>
            </a:r>
          </a:p>
        </p:txBody>
      </p:sp>
      <p:sp>
        <p:nvSpPr>
          <p:cNvPr id="13" name="Date Placeholder 5">
            <a:extLst>
              <a:ext uri="{FF2B5EF4-FFF2-40B4-BE49-F238E27FC236}">
                <a16:creationId xmlns:a16="http://schemas.microsoft.com/office/drawing/2014/main" id="{9C18FB6C-6208-7E69-D980-6941C96019C7}"/>
              </a:ext>
            </a:extLst>
          </p:cNvPr>
          <p:cNvSpPr>
            <a:spLocks noGrp="1"/>
          </p:cNvSpPr>
          <p:nvPr>
            <p:ph type="dt" sz="half" idx="10"/>
          </p:nvPr>
        </p:nvSpPr>
        <p:spPr>
          <a:xfrm>
            <a:off x="3631923" y="6310660"/>
            <a:ext cx="1800171" cy="365125"/>
          </a:xfrm>
        </p:spPr>
        <p:txBody>
          <a:bodyPr/>
          <a:lstStyle>
            <a:lvl1pPr>
              <a:defRPr>
                <a:solidFill>
                  <a:schemeClr val="tx1"/>
                </a:solidFill>
              </a:defRPr>
            </a:lvl1pPr>
          </a:lstStyle>
          <a:p>
            <a:fld id="{60E31574-77A2-5049-8555-8B5875AD8BC3}" type="datetime1">
              <a:rPr lang="en-US" smtClean="0"/>
              <a:t>12/13/2025</a:t>
            </a:fld>
            <a:endParaRPr lang="en-US"/>
          </a:p>
        </p:txBody>
      </p:sp>
      <p:sp>
        <p:nvSpPr>
          <p:cNvPr id="15" name="Slide Number Placeholder 11">
            <a:extLst>
              <a:ext uri="{FF2B5EF4-FFF2-40B4-BE49-F238E27FC236}">
                <a16:creationId xmlns:a16="http://schemas.microsoft.com/office/drawing/2014/main" id="{2974FB90-7208-DA12-99DF-FB0A622085E8}"/>
              </a:ext>
            </a:extLst>
          </p:cNvPr>
          <p:cNvSpPr>
            <a:spLocks noGrp="1"/>
          </p:cNvSpPr>
          <p:nvPr>
            <p:ph type="sldNum" sz="quarter" idx="12"/>
          </p:nvPr>
        </p:nvSpPr>
        <p:spPr>
          <a:xfrm>
            <a:off x="5482617"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71367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1"/>
        </a:solidFill>
        <a:effectLst/>
      </p:bgPr>
    </p:bg>
    <p:spTree>
      <p:nvGrpSpPr>
        <p:cNvPr id="1" name=""/>
        <p:cNvGrpSpPr/>
        <p:nvPr/>
      </p:nvGrpSpPr>
      <p:grpSpPr>
        <a:xfrm>
          <a:off x="0" y="0"/>
          <a:ext cx="0" cy="0"/>
          <a:chOff x="0" y="0"/>
          <a:chExt cx="0" cy="0"/>
        </a:xfrm>
      </p:grpSpPr>
      <p:pic>
        <p:nvPicPr>
          <p:cNvPr id="4" name="Picture 3" descr="A blue and pink gradient&#10;&#10;AI-generated content may be incorrect.">
            <a:extLst>
              <a:ext uri="{FF2B5EF4-FFF2-40B4-BE49-F238E27FC236}">
                <a16:creationId xmlns:a16="http://schemas.microsoft.com/office/drawing/2014/main" id="{491DCE33-DB86-6A68-46D1-E4311F4247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1693B94-07E5-638F-52DB-3F8E8D06EF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V="1">
            <a:off x="0" y="0"/>
            <a:ext cx="12192000" cy="6858000"/>
          </a:xfrm>
          <a:prstGeom prst="rect">
            <a:avLst/>
          </a:prstGeom>
        </p:spPr>
      </p:pic>
      <p:sp>
        <p:nvSpPr>
          <p:cNvPr id="9" name="Title 1">
            <a:extLst>
              <a:ext uri="{FF2B5EF4-FFF2-40B4-BE49-F238E27FC236}">
                <a16:creationId xmlns:a16="http://schemas.microsoft.com/office/drawing/2014/main" id="{83C00096-4D67-EB4A-EF93-D6958D6696FD}"/>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7">
            <a:extLst>
              <a:ext uri="{FF2B5EF4-FFF2-40B4-BE49-F238E27FC236}">
                <a16:creationId xmlns:a16="http://schemas.microsoft.com/office/drawing/2014/main" id="{31C17B51-C5D8-9FDA-8C32-6379D51D8EE1}"/>
              </a:ext>
            </a:extLst>
          </p:cNvPr>
          <p:cNvSpPr>
            <a:spLocks noGrp="1"/>
          </p:cNvSpPr>
          <p:nvPr>
            <p:ph sz="quarter" idx="14" hasCustomPrompt="1"/>
          </p:nvPr>
        </p:nvSpPr>
        <p:spPr>
          <a:xfrm>
            <a:off x="609600" y="1033272"/>
            <a:ext cx="10972800" cy="4782312"/>
          </a:xfrm>
        </p:spPr>
        <p:txBody>
          <a:bodyPr anchor="ctr">
            <a:noAutofit/>
          </a:bodyPr>
          <a:lstStyle>
            <a:lvl1pPr marL="0" indent="0">
              <a:lnSpc>
                <a:spcPct val="90000"/>
              </a:lnSpc>
              <a:buNone/>
              <a:defRPr sz="6400" b="0">
                <a:solidFill>
                  <a:schemeClr val="tx1"/>
                </a:solidFill>
              </a:defRPr>
            </a:lvl1pPr>
            <a:lvl2pPr marL="228600" indent="0">
              <a:lnSpc>
                <a:spcPct val="90000"/>
              </a:lnSpc>
              <a:buNone/>
              <a:defRPr sz="6400" b="0">
                <a:solidFill>
                  <a:schemeClr val="tx1"/>
                </a:solidFill>
              </a:defRPr>
            </a:lvl2pPr>
            <a:lvl3pPr marL="457200" indent="0">
              <a:lnSpc>
                <a:spcPct val="90000"/>
              </a:lnSpc>
              <a:buNone/>
              <a:defRPr sz="6400" b="0">
                <a:solidFill>
                  <a:schemeClr val="tx1"/>
                </a:solidFill>
              </a:defRPr>
            </a:lvl3pPr>
            <a:lvl4pPr marL="685800" indent="0">
              <a:lnSpc>
                <a:spcPct val="90000"/>
              </a:lnSpc>
              <a:buNone/>
              <a:defRPr sz="6400" b="0">
                <a:solidFill>
                  <a:schemeClr val="tx1"/>
                </a:solidFill>
              </a:defRPr>
            </a:lvl4pPr>
            <a:lvl5pPr marL="914400" indent="0">
              <a:lnSpc>
                <a:spcPct val="90000"/>
              </a:lnSpc>
              <a:buNone/>
              <a:defRPr sz="6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0">
            <a:extLst>
              <a:ext uri="{FF2B5EF4-FFF2-40B4-BE49-F238E27FC236}">
                <a16:creationId xmlns:a16="http://schemas.microsoft.com/office/drawing/2014/main" id="{AA8A51AA-D903-8E6D-7A27-9C5C903CA8CD}"/>
              </a:ext>
            </a:extLst>
          </p:cNvPr>
          <p:cNvSpPr>
            <a:spLocks noGrp="1"/>
          </p:cNvSpPr>
          <p:nvPr>
            <p:ph type="ftr" sz="quarter" idx="11"/>
          </p:nvPr>
        </p:nvSpPr>
        <p:spPr>
          <a:xfrm>
            <a:off x="6280176" y="6310660"/>
            <a:ext cx="3200400" cy="365125"/>
          </a:xfrm>
        </p:spPr>
        <p:txBody>
          <a:bodyPr/>
          <a:lstStyle>
            <a:lvl1pPr>
              <a:defRPr>
                <a:solidFill>
                  <a:schemeClr val="tx1"/>
                </a:solidFill>
              </a:defRPr>
            </a:lvl1pPr>
          </a:lstStyle>
          <a:p>
            <a:r>
              <a:rPr lang="en-US"/>
              <a:t>Sample Footer Text</a:t>
            </a:r>
          </a:p>
        </p:txBody>
      </p:sp>
      <p:sp>
        <p:nvSpPr>
          <p:cNvPr id="11" name="Date Placeholder 5">
            <a:extLst>
              <a:ext uri="{FF2B5EF4-FFF2-40B4-BE49-F238E27FC236}">
                <a16:creationId xmlns:a16="http://schemas.microsoft.com/office/drawing/2014/main" id="{0E4B77C0-0757-7A67-1229-339B6B028EE8}"/>
              </a:ext>
            </a:extLst>
          </p:cNvPr>
          <p:cNvSpPr>
            <a:spLocks noGrp="1"/>
          </p:cNvSpPr>
          <p:nvPr>
            <p:ph type="dt" sz="half" idx="10"/>
          </p:nvPr>
        </p:nvSpPr>
        <p:spPr>
          <a:xfrm>
            <a:off x="9531099" y="6310660"/>
            <a:ext cx="1800171" cy="365125"/>
          </a:xfrm>
        </p:spPr>
        <p:txBody>
          <a:bodyPr/>
          <a:lstStyle>
            <a:lvl1pPr>
              <a:defRPr>
                <a:solidFill>
                  <a:schemeClr val="tx1"/>
                </a:solidFill>
              </a:defRPr>
            </a:lvl1pPr>
          </a:lstStyle>
          <a:p>
            <a:fld id="{BE0F28E2-1197-1343-806E-BC1F6DA16A33}" type="datetime1">
              <a:rPr lang="en-US" smtClean="0"/>
              <a:t>12/13/2025</a:t>
            </a:fld>
            <a:endParaRPr lang="en-US"/>
          </a:p>
        </p:txBody>
      </p:sp>
      <p:sp>
        <p:nvSpPr>
          <p:cNvPr id="13" name="Slide Number Placeholder 11">
            <a:extLst>
              <a:ext uri="{FF2B5EF4-FFF2-40B4-BE49-F238E27FC236}">
                <a16:creationId xmlns:a16="http://schemas.microsoft.com/office/drawing/2014/main" id="{CE7C30F9-ABE8-80D2-2ACF-54336CEF09A9}"/>
              </a:ext>
            </a:extLst>
          </p:cNvPr>
          <p:cNvSpPr>
            <a:spLocks noGrp="1"/>
          </p:cNvSpPr>
          <p:nvPr>
            <p:ph type="sldNum" sz="quarter" idx="12"/>
          </p:nvPr>
        </p:nvSpPr>
        <p:spPr>
          <a:xfrm>
            <a:off x="11381793"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850818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pic>
        <p:nvPicPr>
          <p:cNvPr id="15" name="Picture 14" descr="A close up of a pink and blue background&#10;&#10;AI-generated content may be incorrect.">
            <a:extLst>
              <a:ext uri="{FF2B5EF4-FFF2-40B4-BE49-F238E27FC236}">
                <a16:creationId xmlns:a16="http://schemas.microsoft.com/office/drawing/2014/main" id="{A952B0CF-23BF-A911-17B4-65E745DA6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1000" y="685800"/>
            <a:ext cx="9372600" cy="5486400"/>
          </a:xfrm>
        </p:spPr>
        <p:txBody>
          <a:bodyPr vert="horz" lIns="91440" tIns="45720" rIns="91440" bIns="45720" rtlCol="0" anchor="ctr">
            <a:normAutofit/>
          </a:bodyPr>
          <a:lstStyle>
            <a:lvl1pPr marL="0" indent="0">
              <a:lnSpc>
                <a:spcPct val="90000"/>
              </a:lnSpc>
              <a:buNone/>
              <a:defRPr lang="en-US" sz="6600" b="0" dirty="0">
                <a:solidFill>
                  <a:schemeClr val="tx1"/>
                </a:solidFill>
              </a:defRPr>
            </a:lvl1pPr>
            <a:lvl2pPr marL="228600" indent="0">
              <a:lnSpc>
                <a:spcPct val="90000"/>
              </a:lnSpc>
              <a:buNone/>
              <a:defRPr lang="en-US" sz="6600" b="0" dirty="0">
                <a:solidFill>
                  <a:schemeClr val="tx1"/>
                </a:solidFill>
              </a:defRPr>
            </a:lvl2pPr>
            <a:lvl3pPr marL="457200" indent="0">
              <a:lnSpc>
                <a:spcPct val="90000"/>
              </a:lnSpc>
              <a:buNone/>
              <a:defRPr lang="en-US" sz="6600" b="0" dirty="0">
                <a:solidFill>
                  <a:schemeClr val="tx1"/>
                </a:solidFill>
              </a:defRPr>
            </a:lvl3pPr>
            <a:lvl4pPr marL="685800" indent="0">
              <a:lnSpc>
                <a:spcPct val="90000"/>
              </a:lnSpc>
              <a:buNone/>
              <a:defRPr lang="en-US" sz="6600" b="0" dirty="0">
                <a:solidFill>
                  <a:schemeClr val="tx1"/>
                </a:solidFill>
              </a:defRPr>
            </a:lvl4pPr>
            <a:lvl5pPr marL="914400" indent="0">
              <a:lnSpc>
                <a:spcPct val="90000"/>
              </a:lnSpc>
              <a:buNone/>
              <a:defRPr lang="en-US" sz="6600" b="0" dirty="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503F50B-48B9-3C55-0C29-C87157D9F962}"/>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8" name="Date Placeholder 7">
            <a:extLst>
              <a:ext uri="{FF2B5EF4-FFF2-40B4-BE49-F238E27FC236}">
                <a16:creationId xmlns:a16="http://schemas.microsoft.com/office/drawing/2014/main" id="{ED5A1179-499E-2F89-CD63-EB8B1F4CAFB3}"/>
              </a:ext>
            </a:extLst>
          </p:cNvPr>
          <p:cNvSpPr>
            <a:spLocks noGrp="1"/>
          </p:cNvSpPr>
          <p:nvPr>
            <p:ph type="dt" sz="half" idx="14"/>
          </p:nvPr>
        </p:nvSpPr>
        <p:spPr/>
        <p:txBody>
          <a:bodyPr/>
          <a:lstStyle>
            <a:lvl1pPr>
              <a:defRPr>
                <a:solidFill>
                  <a:schemeClr val="tx1"/>
                </a:solidFill>
              </a:defRPr>
            </a:lvl1pPr>
          </a:lstStyle>
          <a:p>
            <a:fld id="{526E19FE-7254-FB46-9FD2-44BC5921542B}" type="datetime1">
              <a:rPr lang="en-US" smtClean="0"/>
              <a:pPr/>
              <a:t>12/13/2025</a:t>
            </a:fld>
            <a:endParaRPr lang="en-US"/>
          </a:p>
        </p:txBody>
      </p:sp>
      <p:sp>
        <p:nvSpPr>
          <p:cNvPr id="10" name="Slide Number Placeholder 9">
            <a:extLst>
              <a:ext uri="{FF2B5EF4-FFF2-40B4-BE49-F238E27FC236}">
                <a16:creationId xmlns:a16="http://schemas.microsoft.com/office/drawing/2014/main" id="{6C338948-5206-2009-502E-8521B0EB319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6059631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blue and pink gradient&#10;&#10;AI-generated content may be incorrect.">
            <a:extLst>
              <a:ext uri="{FF2B5EF4-FFF2-40B4-BE49-F238E27FC236}">
                <a16:creationId xmlns:a16="http://schemas.microsoft.com/office/drawing/2014/main" id="{18F0C9B0-AF1D-9CFD-7855-74E7CE9B3A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74D1B34B-D7BF-2028-43E6-ED370A44C4A4}"/>
              </a:ext>
            </a:extLst>
          </p:cNvPr>
          <p:cNvSpPr>
            <a:spLocks noGrp="1"/>
          </p:cNvSpPr>
          <p:nvPr>
            <p:ph type="title" hasCustomPrompt="1"/>
          </p:nvPr>
        </p:nvSpPr>
        <p:spPr>
          <a:xfrm>
            <a:off x="1066800" y="4844735"/>
            <a:ext cx="5029200" cy="908365"/>
          </a:xfrm>
        </p:spPr>
        <p:txBody>
          <a:bodyP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1F645DC6-13F2-2059-DFE2-83FA308EE884}"/>
              </a:ext>
            </a:extLst>
          </p:cNvPr>
          <p:cNvSpPr>
            <a:spLocks noGrp="1"/>
          </p:cNvSpPr>
          <p:nvPr>
            <p:ph sz="quarter" idx="13" hasCustomPrompt="1"/>
          </p:nvPr>
        </p:nvSpPr>
        <p:spPr>
          <a:xfrm>
            <a:off x="1066800" y="1600200"/>
            <a:ext cx="96012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
        <p:nvSpPr>
          <p:cNvPr id="6" name="Footer Placeholder 5">
            <a:extLst>
              <a:ext uri="{FF2B5EF4-FFF2-40B4-BE49-F238E27FC236}">
                <a16:creationId xmlns:a16="http://schemas.microsoft.com/office/drawing/2014/main" id="{E3D509C4-DABE-4B7F-40EF-4DA2C790862E}"/>
              </a:ext>
            </a:extLst>
          </p:cNvPr>
          <p:cNvSpPr>
            <a:spLocks noGrp="1"/>
          </p:cNvSpPr>
          <p:nvPr>
            <p:ph type="ftr" sz="quarter" idx="15"/>
          </p:nvPr>
        </p:nvSpPr>
        <p:spPr/>
        <p:txBody>
          <a:bodyPr/>
          <a:lstStyle/>
          <a:p>
            <a:r>
              <a:rPr lang="en-US" dirty="0"/>
              <a:t>Sample Footer Text</a:t>
            </a:r>
          </a:p>
        </p:txBody>
      </p:sp>
      <p:sp>
        <p:nvSpPr>
          <p:cNvPr id="3" name="Date Placeholder 2">
            <a:extLst>
              <a:ext uri="{FF2B5EF4-FFF2-40B4-BE49-F238E27FC236}">
                <a16:creationId xmlns:a16="http://schemas.microsoft.com/office/drawing/2014/main" id="{B7F29BF7-2AD1-B9DE-EEC6-83A22292A1C6}"/>
              </a:ext>
            </a:extLst>
          </p:cNvPr>
          <p:cNvSpPr>
            <a:spLocks noGrp="1"/>
          </p:cNvSpPr>
          <p:nvPr>
            <p:ph type="dt" sz="half" idx="14"/>
          </p:nvPr>
        </p:nvSpPr>
        <p:spPr/>
        <p:txBody>
          <a:bodyPr/>
          <a:lstStyle/>
          <a:p>
            <a:fld id="{2138E274-D707-074B-90C0-1378B345261A}" type="datetime1">
              <a:rPr lang="en-US" smtClean="0"/>
              <a:t>12/13/2025</a:t>
            </a:fld>
            <a:endParaRPr lang="en-US"/>
          </a:p>
        </p:txBody>
      </p:sp>
      <p:sp>
        <p:nvSpPr>
          <p:cNvPr id="7" name="Slide Number Placeholder 6">
            <a:extLst>
              <a:ext uri="{FF2B5EF4-FFF2-40B4-BE49-F238E27FC236}">
                <a16:creationId xmlns:a16="http://schemas.microsoft.com/office/drawing/2014/main" id="{7A93B82C-1E23-A361-E81B-EC0F4E0B205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65654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1"/>
        </a:solidFill>
        <a:effectLst/>
      </p:bgPr>
    </p:bg>
    <p:spTree>
      <p:nvGrpSpPr>
        <p:cNvPr id="1" name=""/>
        <p:cNvGrpSpPr/>
        <p:nvPr/>
      </p:nvGrpSpPr>
      <p:grpSpPr>
        <a:xfrm>
          <a:off x="0" y="0"/>
          <a:ext cx="0" cy="0"/>
          <a:chOff x="0" y="0"/>
          <a:chExt cx="0" cy="0"/>
        </a:xfrm>
      </p:grpSpPr>
      <p:pic>
        <p:nvPicPr>
          <p:cNvPr id="9" name="Picture 8" descr="A close up of a purple and pink background&#10;&#10;AI-generated content may be incorrect.">
            <a:extLst>
              <a:ext uri="{FF2B5EF4-FFF2-40B4-BE49-F238E27FC236}">
                <a16:creationId xmlns:a16="http://schemas.microsoft.com/office/drawing/2014/main" id="{09A46DC2-ADBE-3172-A0EF-A2567FA9E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66A2100B-5C8E-46D9-F837-A55BB181D002}"/>
              </a:ext>
            </a:extLst>
          </p:cNvPr>
          <p:cNvSpPr/>
          <p:nvPr/>
        </p:nvSpPr>
        <p:spPr>
          <a:xfrm>
            <a:off x="2702" y="0"/>
            <a:ext cx="12185680" cy="6858000"/>
          </a:xfrm>
          <a:custGeom>
            <a:avLst/>
            <a:gdLst>
              <a:gd name="connsiteX0" fmla="*/ 12185680 w 12185680"/>
              <a:gd name="connsiteY0" fmla="*/ 6858000 h 6858000"/>
              <a:gd name="connsiteX1" fmla="*/ 0 w 12185680"/>
              <a:gd name="connsiteY1" fmla="*/ 6858000 h 6858000"/>
              <a:gd name="connsiteX2" fmla="*/ 0 w 12185680"/>
              <a:gd name="connsiteY2" fmla="*/ 0 h 6858000"/>
              <a:gd name="connsiteX3" fmla="*/ 12185680 w 12185680"/>
              <a:gd name="connsiteY3" fmla="*/ 0 h 6858000"/>
              <a:gd name="connsiteX4" fmla="*/ 12185680 w 12185680"/>
              <a:gd name="connsiteY4" fmla="*/ 6858000 h 6858000"/>
              <a:gd name="connsiteX5" fmla="*/ 1415314 w 12185680"/>
              <a:gd name="connsiteY5" fmla="*/ 152400 h 6858000"/>
              <a:gd name="connsiteX6" fmla="*/ 1066246 w 12185680"/>
              <a:gd name="connsiteY6" fmla="*/ 501650 h 6858000"/>
              <a:gd name="connsiteX7" fmla="*/ 1066246 w 12185680"/>
              <a:gd name="connsiteY7" fmla="*/ 1716595 h 6858000"/>
              <a:gd name="connsiteX8" fmla="*/ 717178 w 12185680"/>
              <a:gd name="connsiteY8" fmla="*/ 2065845 h 6858000"/>
              <a:gd name="connsiteX9" fmla="*/ 501389 w 12185680"/>
              <a:gd name="connsiteY9" fmla="*/ 2065845 h 6858000"/>
              <a:gd name="connsiteX10" fmla="*/ 152321 w 12185680"/>
              <a:gd name="connsiteY10" fmla="*/ 2415096 h 6858000"/>
              <a:gd name="connsiteX11" fmla="*/ 152321 w 12185680"/>
              <a:gd name="connsiteY11" fmla="*/ 6356350 h 6858000"/>
              <a:gd name="connsiteX12" fmla="*/ 501389 w 12185680"/>
              <a:gd name="connsiteY12" fmla="*/ 6705600 h 6858000"/>
              <a:gd name="connsiteX13" fmla="*/ 6657710 w 12185680"/>
              <a:gd name="connsiteY13" fmla="*/ 6705600 h 6858000"/>
              <a:gd name="connsiteX14" fmla="*/ 7006778 w 12185680"/>
              <a:gd name="connsiteY14" fmla="*/ 6356350 h 6858000"/>
              <a:gd name="connsiteX15" fmla="*/ 7006778 w 12185680"/>
              <a:gd name="connsiteY15" fmla="*/ 5615496 h 6858000"/>
              <a:gd name="connsiteX16" fmla="*/ 7355846 w 12185680"/>
              <a:gd name="connsiteY16" fmla="*/ 5266246 h 6858000"/>
              <a:gd name="connsiteX17" fmla="*/ 11684292 w 12185680"/>
              <a:gd name="connsiteY17" fmla="*/ 5266246 h 6858000"/>
              <a:gd name="connsiteX18" fmla="*/ 12033360 w 12185680"/>
              <a:gd name="connsiteY18" fmla="*/ 4916996 h 6858000"/>
              <a:gd name="connsiteX19" fmla="*/ 12033360 w 12185680"/>
              <a:gd name="connsiteY19" fmla="*/ 1043496 h 6858000"/>
              <a:gd name="connsiteX20" fmla="*/ 11684292 w 12185680"/>
              <a:gd name="connsiteY20" fmla="*/ 694246 h 6858000"/>
              <a:gd name="connsiteX21" fmla="*/ 10476261 w 12185680"/>
              <a:gd name="connsiteY21" fmla="*/ 694246 h 6858000"/>
              <a:gd name="connsiteX22" fmla="*/ 10205575 w 12185680"/>
              <a:gd name="connsiteY22" fmla="*/ 430318 h 6858000"/>
              <a:gd name="connsiteX23" fmla="*/ 10205385 w 12185680"/>
              <a:gd name="connsiteY23" fmla="*/ 416328 h 6858000"/>
              <a:gd name="connsiteX24" fmla="*/ 9934698 w 12185680"/>
              <a:gd name="connsiteY24" fmla="*/ 152400 h 6858000"/>
              <a:gd name="connsiteX25" fmla="*/ 1415314 w 12185680"/>
              <a:gd name="connsiteY25" fmla="*/ 1524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85680" h="6858000">
                <a:moveTo>
                  <a:pt x="12185680" y="6858000"/>
                </a:moveTo>
                <a:lnTo>
                  <a:pt x="0" y="6858000"/>
                </a:lnTo>
                <a:lnTo>
                  <a:pt x="0" y="0"/>
                </a:lnTo>
                <a:lnTo>
                  <a:pt x="12185680" y="0"/>
                </a:lnTo>
                <a:lnTo>
                  <a:pt x="12185680" y="6858000"/>
                </a:lnTo>
                <a:close/>
                <a:moveTo>
                  <a:pt x="1415314" y="152400"/>
                </a:moveTo>
                <a:cubicBezTo>
                  <a:pt x="1222527" y="152400"/>
                  <a:pt x="1066246" y="308764"/>
                  <a:pt x="1066246" y="501650"/>
                </a:cubicBezTo>
                <a:lnTo>
                  <a:pt x="1066246" y="1716595"/>
                </a:lnTo>
                <a:cubicBezTo>
                  <a:pt x="1066246" y="1909483"/>
                  <a:pt x="909959" y="2065845"/>
                  <a:pt x="717178" y="2065845"/>
                </a:cubicBezTo>
                <a:lnTo>
                  <a:pt x="501389" y="2065845"/>
                </a:lnTo>
                <a:cubicBezTo>
                  <a:pt x="308604" y="2065845"/>
                  <a:pt x="152321" y="2222208"/>
                  <a:pt x="152321" y="2415096"/>
                </a:cubicBezTo>
                <a:lnTo>
                  <a:pt x="152321" y="6356350"/>
                </a:lnTo>
                <a:cubicBezTo>
                  <a:pt x="152321" y="6549263"/>
                  <a:pt x="308604" y="6705600"/>
                  <a:pt x="501389" y="6705600"/>
                </a:cubicBezTo>
                <a:lnTo>
                  <a:pt x="6657710" y="6705600"/>
                </a:lnTo>
                <a:cubicBezTo>
                  <a:pt x="6850459" y="6705600"/>
                  <a:pt x="7006778" y="6549263"/>
                  <a:pt x="7006778" y="6356350"/>
                </a:cubicBezTo>
                <a:lnTo>
                  <a:pt x="7006778" y="5615496"/>
                </a:lnTo>
                <a:cubicBezTo>
                  <a:pt x="7006778" y="5422608"/>
                  <a:pt x="7163034" y="5266246"/>
                  <a:pt x="7355846" y="5266246"/>
                </a:cubicBezTo>
                <a:lnTo>
                  <a:pt x="11684292" y="5266246"/>
                </a:lnTo>
                <a:cubicBezTo>
                  <a:pt x="11877041" y="5266246"/>
                  <a:pt x="12033360" y="5109883"/>
                  <a:pt x="12033360" y="4916996"/>
                </a:cubicBezTo>
                <a:lnTo>
                  <a:pt x="12033360" y="1043496"/>
                </a:lnTo>
                <a:cubicBezTo>
                  <a:pt x="12033360" y="850608"/>
                  <a:pt x="11877041" y="694246"/>
                  <a:pt x="11684292" y="694246"/>
                </a:cubicBezTo>
                <a:lnTo>
                  <a:pt x="10476261" y="694246"/>
                </a:lnTo>
                <a:cubicBezTo>
                  <a:pt x="10329082" y="694246"/>
                  <a:pt x="10209256" y="576712"/>
                  <a:pt x="10205575" y="430318"/>
                </a:cubicBezTo>
                <a:lnTo>
                  <a:pt x="10205385" y="416328"/>
                </a:lnTo>
                <a:cubicBezTo>
                  <a:pt x="10201703" y="269934"/>
                  <a:pt x="10081941" y="152400"/>
                  <a:pt x="9934698" y="152400"/>
                </a:cubicBezTo>
                <a:lnTo>
                  <a:pt x="1415314" y="152400"/>
                </a:lnTo>
                <a:close/>
              </a:path>
            </a:pathLst>
          </a:custGeom>
          <a:solidFill>
            <a:schemeClr val="bg1"/>
          </a:solidFill>
          <a:ln w="6347"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19A82F1C-EC6C-9A58-5333-DAA0CCC0D9E7}"/>
              </a:ext>
            </a:extLst>
          </p:cNvPr>
          <p:cNvSpPr>
            <a:spLocks noGrp="1"/>
          </p:cNvSpPr>
          <p:nvPr>
            <p:ph type="title" hasCustomPrompt="1"/>
          </p:nvPr>
        </p:nvSpPr>
        <p:spPr>
          <a:xfrm>
            <a:off x="7467600" y="5410201"/>
            <a:ext cx="4343400" cy="1295400"/>
          </a:xfrm>
        </p:spPr>
        <p:txBody>
          <a:bodyPr anchor="ct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7370BB19-9C3E-4752-84BE-FE86850C4FE1}"/>
              </a:ext>
            </a:extLst>
          </p:cNvPr>
          <p:cNvSpPr>
            <a:spLocks noGrp="1"/>
          </p:cNvSpPr>
          <p:nvPr>
            <p:ph sz="quarter" idx="13" hasCustomPrompt="1"/>
          </p:nvPr>
        </p:nvSpPr>
        <p:spPr>
          <a:xfrm>
            <a:off x="1524000" y="1600200"/>
            <a:ext cx="91440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Tree>
    <p:extLst>
      <p:ext uri="{BB962C8B-B14F-4D97-AF65-F5344CB8AC3E}">
        <p14:creationId xmlns:p14="http://schemas.microsoft.com/office/powerpoint/2010/main" val="990762973"/>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11" name="Picture 10" descr="A close up of a bubble&#10;&#10;AI-generated content may be incorrect.">
            <a:extLst>
              <a:ext uri="{FF2B5EF4-FFF2-40B4-BE49-F238E27FC236}">
                <a16:creationId xmlns:a16="http://schemas.microsoft.com/office/drawing/2014/main" id="{084ED489-7A1D-A5F2-BA2C-402A4A6E3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FB40D68-689C-C890-D6D8-567972DF034F}"/>
              </a:ext>
            </a:extLst>
          </p:cNvPr>
          <p:cNvSpPr>
            <a:spLocks noGrp="1"/>
          </p:cNvSpPr>
          <p:nvPr>
            <p:ph type="title" hasCustomPrompt="1"/>
          </p:nvPr>
        </p:nvSpPr>
        <p:spPr>
          <a:xfrm>
            <a:off x="414130" y="4876800"/>
            <a:ext cx="5936974" cy="1330779"/>
          </a:xfrm>
        </p:spPr>
        <p:txBody>
          <a:bodyPr>
            <a:normAutofit/>
          </a:bodyPr>
          <a:lstStyle>
            <a:lvl1pPr>
              <a:lnSpc>
                <a:spcPct val="120000"/>
              </a:lnSpc>
              <a:defRPr sz="2000"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381000" y="1600200"/>
            <a:ext cx="10972800" cy="3159580"/>
          </a:xfrm>
        </p:spPr>
        <p:txBody>
          <a:bodyPr anchor="ctr">
            <a:normAutofit/>
          </a:bodyPr>
          <a:lstStyle>
            <a:lvl1pPr marL="164592" indent="-164592">
              <a:lnSpc>
                <a:spcPct val="100000"/>
              </a:lnSpc>
              <a:spcBef>
                <a:spcPts val="0"/>
              </a:spcBef>
              <a:buNone/>
              <a:defRPr sz="6000" b="0" i="0">
                <a:solidFill>
                  <a:schemeClr val="tx1"/>
                </a:solidFill>
                <a:latin typeface="+mj-lt"/>
                <a:cs typeface="Biome" panose="020B05030302040208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3742436F-3E48-5C39-5A18-376A304D141A}"/>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53C6C-2B4F-F6AA-0CF7-A9ADD74C2441}"/>
              </a:ext>
            </a:extLst>
          </p:cNvPr>
          <p:cNvSpPr>
            <a:spLocks noGrp="1"/>
          </p:cNvSpPr>
          <p:nvPr>
            <p:ph type="dt" sz="half" idx="14"/>
          </p:nvPr>
        </p:nvSpPr>
        <p:spPr/>
        <p:txBody>
          <a:bodyPr/>
          <a:lstStyle>
            <a:lvl1pPr>
              <a:defRPr>
                <a:solidFill>
                  <a:schemeClr val="tx1"/>
                </a:solidFill>
              </a:defRPr>
            </a:lvl1pPr>
          </a:lstStyle>
          <a:p>
            <a:fld id="{88E87FA6-3C50-8748-8507-409D2A1BA905}" type="datetime1">
              <a:rPr lang="en-US" smtClean="0"/>
              <a:t>12/13/2025</a:t>
            </a:fld>
            <a:endParaRPr lang="en-US"/>
          </a:p>
        </p:txBody>
      </p:sp>
      <p:sp>
        <p:nvSpPr>
          <p:cNvPr id="5" name="Slide Number Placeholder 4">
            <a:extLst>
              <a:ext uri="{FF2B5EF4-FFF2-40B4-BE49-F238E27FC236}">
                <a16:creationId xmlns:a16="http://schemas.microsoft.com/office/drawing/2014/main" id="{8D6BEDF4-5C68-6DDB-E70C-F6B66866AE7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3985406"/>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pic>
        <p:nvPicPr>
          <p:cNvPr id="10" name="Picture 9" descr="A blue and pink background&#10;&#10;AI-generated content may be incorrect.">
            <a:extLst>
              <a:ext uri="{FF2B5EF4-FFF2-40B4-BE49-F238E27FC236}">
                <a16:creationId xmlns:a16="http://schemas.microsoft.com/office/drawing/2014/main" id="{83A779BB-AB0F-056F-6486-83143FD5A6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1" y="1600200"/>
            <a:ext cx="10744200" cy="1828800"/>
          </a:xfrm>
          <a:prstGeom prst="rect">
            <a:avLst/>
          </a:prstGeom>
        </p:spPr>
        <p:txBody>
          <a:bodyPr anchor="t">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80937" y="3429000"/>
            <a:ext cx="10747186" cy="2743200"/>
          </a:xfrm>
        </p:spPr>
        <p:txBody>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9D98AA8-7753-5656-7CA8-417FCD629738}"/>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2E445596-CA02-23EA-82B9-B14918457C9D}"/>
              </a:ext>
            </a:extLst>
          </p:cNvPr>
          <p:cNvSpPr>
            <a:spLocks noGrp="1"/>
          </p:cNvSpPr>
          <p:nvPr>
            <p:ph type="dt" sz="half" idx="14"/>
          </p:nvPr>
        </p:nvSpPr>
        <p:spPr/>
        <p:txBody>
          <a:bodyPr/>
          <a:lstStyle>
            <a:lvl1pPr>
              <a:defRPr>
                <a:solidFill>
                  <a:schemeClr val="tx1"/>
                </a:solidFill>
              </a:defRPr>
            </a:lvl1pPr>
          </a:lstStyle>
          <a:p>
            <a:fld id="{09DD0BF5-CA27-A04C-967E-C46BC4852727}" type="datetime1">
              <a:rPr lang="en-US" smtClean="0"/>
              <a:pPr/>
              <a:t>12/13/2025</a:t>
            </a:fld>
            <a:endParaRPr lang="en-US"/>
          </a:p>
        </p:txBody>
      </p:sp>
      <p:sp>
        <p:nvSpPr>
          <p:cNvPr id="5" name="Slide Number Placeholder 4">
            <a:extLst>
              <a:ext uri="{FF2B5EF4-FFF2-40B4-BE49-F238E27FC236}">
                <a16:creationId xmlns:a16="http://schemas.microsoft.com/office/drawing/2014/main" id="{6513D4CD-5010-564F-B5B4-562B93697493}"/>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1044907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63180"/>
            <a:ext cx="8226553" cy="1842020"/>
          </a:xfrm>
          <a:prstGeom prst="rect">
            <a:avLst/>
          </a:prstGeo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81128" y="3657600"/>
            <a:ext cx="8226425" cy="1689620"/>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20FF9D-2FDC-479B-8067-BE09112767E3}"/>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F73513EE-DA6F-493D-D79A-DB63A6DE89A2}"/>
              </a:ext>
            </a:extLst>
          </p:cNvPr>
          <p:cNvSpPr>
            <a:spLocks noGrp="1"/>
          </p:cNvSpPr>
          <p:nvPr>
            <p:ph type="dt" sz="half" idx="15"/>
          </p:nvPr>
        </p:nvSpPr>
        <p:spPr/>
        <p:txBody>
          <a:bodyPr/>
          <a:lstStyle>
            <a:lvl1pPr>
              <a:defRPr>
                <a:solidFill>
                  <a:schemeClr val="tx1"/>
                </a:solidFill>
              </a:defRPr>
            </a:lvl1pPr>
          </a:lstStyle>
          <a:p>
            <a:fld id="{67464449-D5FC-7145-944F-5DCEC882B5C4}" type="datetime1">
              <a:rPr lang="en-US" smtClean="0"/>
              <a:pPr/>
              <a:t>12/13/2025</a:t>
            </a:fld>
            <a:endParaRPr lang="en-US"/>
          </a:p>
        </p:txBody>
      </p:sp>
      <p:sp>
        <p:nvSpPr>
          <p:cNvPr id="5" name="Slide Number Placeholder 4">
            <a:extLst>
              <a:ext uri="{FF2B5EF4-FFF2-40B4-BE49-F238E27FC236}">
                <a16:creationId xmlns:a16="http://schemas.microsoft.com/office/drawing/2014/main" id="{787F128B-EBE3-DEDC-3074-059B36D56FCE}"/>
              </a:ext>
            </a:extLst>
          </p:cNvPr>
          <p:cNvSpPr>
            <a:spLocks noGrp="1"/>
          </p:cNvSpPr>
          <p:nvPr>
            <p:ph type="sldNum" sz="quarter" idx="17"/>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5912705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A4EF2610-7DF8-C942-A8A1-C05E61FE4E13}" type="datetime1">
              <a:rPr lang="en-US" smtClean="0"/>
              <a:t>12/13/2025</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D6F4F-390B-6FF8-9E31-3FB02C46F3D5}"/>
              </a:ext>
            </a:extLst>
          </p:cNvPr>
          <p:cNvSpPr>
            <a:spLocks noGrp="1"/>
          </p:cNvSpPr>
          <p:nvPr>
            <p:ph type="title"/>
          </p:nvPr>
        </p:nvSpPr>
        <p:spPr>
          <a:xfrm>
            <a:off x="380999" y="691835"/>
            <a:ext cx="11423901" cy="90836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80999" y="1685735"/>
            <a:ext cx="5257801"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380999" y="2331103"/>
            <a:ext cx="5257801" cy="3835061"/>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53202" y="1685735"/>
            <a:ext cx="5251698"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53202" y="2331103"/>
            <a:ext cx="5251698" cy="3835061"/>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83F03A7F-FEC3-F367-DE4A-A57EE3DFBD55}"/>
              </a:ext>
            </a:extLst>
          </p:cNvPr>
          <p:cNvSpPr>
            <a:spLocks noGrp="1"/>
          </p:cNvSpPr>
          <p:nvPr>
            <p:ph type="ftr" sz="quarter" idx="18"/>
          </p:nvPr>
        </p:nvSpPr>
        <p:spPr/>
        <p:txBody>
          <a:bodyPr/>
          <a:lstStyle/>
          <a:p>
            <a:r>
              <a:rPr lang="en-US"/>
              <a:t>Sample Footer Text</a:t>
            </a:r>
          </a:p>
        </p:txBody>
      </p:sp>
      <p:sp>
        <p:nvSpPr>
          <p:cNvPr id="4" name="Date Placeholder 3">
            <a:extLst>
              <a:ext uri="{FF2B5EF4-FFF2-40B4-BE49-F238E27FC236}">
                <a16:creationId xmlns:a16="http://schemas.microsoft.com/office/drawing/2014/main" id="{0D19E03A-C423-F4E4-B5E7-420AAD9003B1}"/>
              </a:ext>
            </a:extLst>
          </p:cNvPr>
          <p:cNvSpPr>
            <a:spLocks noGrp="1"/>
          </p:cNvSpPr>
          <p:nvPr>
            <p:ph type="dt" sz="half" idx="17"/>
          </p:nvPr>
        </p:nvSpPr>
        <p:spPr/>
        <p:txBody>
          <a:bodyPr/>
          <a:lstStyle/>
          <a:p>
            <a:fld id="{E110005D-EEDD-DA40-A727-ED7897336E79}" type="datetime1">
              <a:rPr lang="en-US" smtClean="0"/>
              <a:t>12/13/2025</a:t>
            </a:fld>
            <a:endParaRPr lang="en-US"/>
          </a:p>
        </p:txBody>
      </p:sp>
      <p:sp>
        <p:nvSpPr>
          <p:cNvPr id="9" name="Slide Number Placeholder 8">
            <a:extLst>
              <a:ext uri="{FF2B5EF4-FFF2-40B4-BE49-F238E27FC236}">
                <a16:creationId xmlns:a16="http://schemas.microsoft.com/office/drawing/2014/main" id="{473C867C-7E64-405A-197E-407BA7C3D9D6}"/>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03A9018E-4D2C-5352-B5C2-2A1DC050B19F}"/>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3" name="Footer Placeholder 2">
            <a:extLst>
              <a:ext uri="{FF2B5EF4-FFF2-40B4-BE49-F238E27FC236}">
                <a16:creationId xmlns:a16="http://schemas.microsoft.com/office/drawing/2014/main" id="{B9A19522-5E48-ACCC-D97B-E414BD049245}"/>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A8C712FE-7A30-4576-5CDD-D89D4B42C08F}"/>
              </a:ext>
            </a:extLst>
          </p:cNvPr>
          <p:cNvSpPr>
            <a:spLocks noGrp="1"/>
          </p:cNvSpPr>
          <p:nvPr>
            <p:ph type="dt" sz="half" idx="10"/>
          </p:nvPr>
        </p:nvSpPr>
        <p:spPr/>
        <p:txBody>
          <a:bodyPr/>
          <a:lstStyle/>
          <a:p>
            <a:fld id="{917F45F0-C73C-6741-AD8D-EA52530DA377}" type="datetime1">
              <a:rPr lang="en-US" smtClean="0"/>
              <a:t>12/13/2025</a:t>
            </a:fld>
            <a:endParaRPr lang="en-US"/>
          </a:p>
        </p:txBody>
      </p:sp>
      <p:sp>
        <p:nvSpPr>
          <p:cNvPr id="6" name="Slide Number Placeholder 5">
            <a:extLst>
              <a:ext uri="{FF2B5EF4-FFF2-40B4-BE49-F238E27FC236}">
                <a16:creationId xmlns:a16="http://schemas.microsoft.com/office/drawing/2014/main" id="{9E1BD9D6-59C6-2EA3-9C8E-897EAAA32010}"/>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64CBE7-122C-372F-CA47-78DB47D4D2E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DA9B557C-A799-7ABC-34D9-85E81AF10CC1}"/>
              </a:ext>
            </a:extLst>
          </p:cNvPr>
          <p:cNvSpPr>
            <a:spLocks noGrp="1"/>
          </p:cNvSpPr>
          <p:nvPr>
            <p:ph type="dt" sz="half" idx="10"/>
          </p:nvPr>
        </p:nvSpPr>
        <p:spPr/>
        <p:txBody>
          <a:bodyPr/>
          <a:lstStyle/>
          <a:p>
            <a:fld id="{7E3784C8-F1F9-3A4E-8157-ADC6FC447930}" type="datetime1">
              <a:rPr lang="en-US" smtClean="0"/>
              <a:t>12/13/2025</a:t>
            </a:fld>
            <a:endParaRPr lang="en-US"/>
          </a:p>
        </p:txBody>
      </p:sp>
      <p:sp>
        <p:nvSpPr>
          <p:cNvPr id="4" name="Slide Number Placeholder 3">
            <a:extLst>
              <a:ext uri="{FF2B5EF4-FFF2-40B4-BE49-F238E27FC236}">
                <a16:creationId xmlns:a16="http://schemas.microsoft.com/office/drawing/2014/main" id="{40E2A6A8-952D-B9FE-5DB7-B5C9059B477B}"/>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13AB9D-812B-280C-98D2-D0786B08D086}"/>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6" name="Text Placeholder 3">
            <a:extLst>
              <a:ext uri="{FF2B5EF4-FFF2-40B4-BE49-F238E27FC236}">
                <a16:creationId xmlns:a16="http://schemas.microsoft.com/office/drawing/2014/main" id="{1658B112-43AE-EA1E-F73B-B03C04A4EF17}"/>
              </a:ext>
            </a:extLst>
          </p:cNvPr>
          <p:cNvSpPr>
            <a:spLocks noGrp="1"/>
          </p:cNvSpPr>
          <p:nvPr>
            <p:ph type="body" sz="half" idx="2"/>
          </p:nvPr>
        </p:nvSpPr>
        <p:spPr>
          <a:xfrm>
            <a:off x="384048" y="2737561"/>
            <a:ext cx="3883152" cy="3434639"/>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629400" cy="5486400"/>
          </a:xfrm>
        </p:spPr>
        <p:txBody>
          <a:bodyPr vert="horz" lIns="91440" tIns="45720" rIns="91440" bIns="45720" rtlCol="0">
            <a:normAutofit/>
          </a:bodyPr>
          <a:lstStyle>
            <a:lvl1pPr>
              <a:defRPr lang="en-US" b="0" dirty="0"/>
            </a:lvl1pPr>
            <a:lvl2pPr>
              <a:defRPr lang="en-US" b="0" dirty="0"/>
            </a:lvl2pPr>
            <a:lvl3pPr>
              <a:defRPr lang="en-US" b="0" dirty="0"/>
            </a:lvl3pPr>
            <a:lvl4pPr>
              <a:defRPr lang="en-US" b="0" dirty="0"/>
            </a:lvl4pPr>
            <a:lvl5pPr>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F577F46-C146-AC84-ACAE-CECFBBCFB470}"/>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99F9C08C-EAB9-2A31-7E24-36E761F312A9}"/>
              </a:ext>
            </a:extLst>
          </p:cNvPr>
          <p:cNvSpPr>
            <a:spLocks noGrp="1"/>
          </p:cNvSpPr>
          <p:nvPr>
            <p:ph type="dt" sz="half" idx="10"/>
          </p:nvPr>
        </p:nvSpPr>
        <p:spPr/>
        <p:txBody>
          <a:bodyPr/>
          <a:lstStyle/>
          <a:p>
            <a:fld id="{2049B5C8-C320-CE42-B783-8C4DFC960665}" type="datetime1">
              <a:rPr lang="en-US" smtClean="0"/>
              <a:t>12/13/2025</a:t>
            </a:fld>
            <a:endParaRPr lang="en-US"/>
          </a:p>
        </p:txBody>
      </p:sp>
      <p:sp>
        <p:nvSpPr>
          <p:cNvPr id="7" name="Slide Number Placeholder 6">
            <a:extLst>
              <a:ext uri="{FF2B5EF4-FFF2-40B4-BE49-F238E27FC236}">
                <a16:creationId xmlns:a16="http://schemas.microsoft.com/office/drawing/2014/main" id="{9F0E3958-DD85-BB6B-F676-7404C105587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58978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81000" y="2737562"/>
            <a:ext cx="3886200"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11">
            <a:extLst>
              <a:ext uri="{FF2B5EF4-FFF2-40B4-BE49-F238E27FC236}">
                <a16:creationId xmlns:a16="http://schemas.microsoft.com/office/drawing/2014/main" id="{AAC09ED5-B2A4-445A-3B8D-189668803730}"/>
              </a:ext>
            </a:extLst>
          </p:cNvPr>
          <p:cNvSpPr>
            <a:spLocks noGrp="1"/>
          </p:cNvSpPr>
          <p:nvPr>
            <p:ph type="pic" sz="quarter" idx="15" hasCustomPrompt="1"/>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lvl1pPr>
              <a:defRPr/>
            </a:lvl1pPr>
          </a:lstStyle>
          <a:p>
            <a:r>
              <a:rPr lang="en-US" dirty="0"/>
              <a:t>   </a:t>
            </a:r>
          </a:p>
        </p:txBody>
      </p:sp>
      <p:sp>
        <p:nvSpPr>
          <p:cNvPr id="14" name="Footer Placeholder 13">
            <a:extLst>
              <a:ext uri="{FF2B5EF4-FFF2-40B4-BE49-F238E27FC236}">
                <a16:creationId xmlns:a16="http://schemas.microsoft.com/office/drawing/2014/main" id="{1653829D-48DF-80C8-EFD1-8AE8D025091D}"/>
              </a:ext>
            </a:extLst>
          </p:cNvPr>
          <p:cNvSpPr>
            <a:spLocks noGrp="1"/>
          </p:cNvSpPr>
          <p:nvPr>
            <p:ph type="ftr" sz="quarter" idx="11"/>
          </p:nvPr>
        </p:nvSpPr>
        <p:spPr/>
        <p:txBody>
          <a:bodyPr/>
          <a:lstStyle/>
          <a:p>
            <a:r>
              <a:rPr lang="en-US"/>
              <a:t>Sample Footer Text</a:t>
            </a:r>
          </a:p>
        </p:txBody>
      </p:sp>
      <p:sp>
        <p:nvSpPr>
          <p:cNvPr id="13" name="Date Placeholder 12">
            <a:extLst>
              <a:ext uri="{FF2B5EF4-FFF2-40B4-BE49-F238E27FC236}">
                <a16:creationId xmlns:a16="http://schemas.microsoft.com/office/drawing/2014/main" id="{4692675B-8BC2-A545-81FF-1559B305D7D5}"/>
              </a:ext>
            </a:extLst>
          </p:cNvPr>
          <p:cNvSpPr>
            <a:spLocks noGrp="1"/>
          </p:cNvSpPr>
          <p:nvPr>
            <p:ph type="dt" sz="half" idx="10"/>
          </p:nvPr>
        </p:nvSpPr>
        <p:spPr/>
        <p:txBody>
          <a:bodyPr/>
          <a:lstStyle/>
          <a:p>
            <a:fld id="{A9226019-33FF-D14C-86DC-8CD2C65E2709}" type="datetime1">
              <a:rPr lang="en-US" smtClean="0"/>
              <a:t>12/13/2025</a:t>
            </a:fld>
            <a:endParaRPr lang="en-US"/>
          </a:p>
        </p:txBody>
      </p:sp>
      <p:sp>
        <p:nvSpPr>
          <p:cNvPr id="15" name="Slide Number Placeholder 14">
            <a:extLst>
              <a:ext uri="{FF2B5EF4-FFF2-40B4-BE49-F238E27FC236}">
                <a16:creationId xmlns:a16="http://schemas.microsoft.com/office/drawing/2014/main" id="{B17399EA-8F16-C8FC-075B-CE3915D7DA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637986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459266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81002" y="691835"/>
            <a:ext cx="11429998"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81000" y="1752600"/>
            <a:ext cx="11430000" cy="4413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4">
            <a:extLst>
              <a:ext uri="{FF2B5EF4-FFF2-40B4-BE49-F238E27FC236}">
                <a16:creationId xmlns:a16="http://schemas.microsoft.com/office/drawing/2014/main" id="{DCFE50CA-A07B-1BE8-AB0E-F3855F27B14C}"/>
              </a:ext>
            </a:extLst>
          </p:cNvPr>
          <p:cNvSpPr>
            <a:spLocks noGrp="1"/>
          </p:cNvSpPr>
          <p:nvPr>
            <p:ph type="ftr" sz="quarter" idx="3"/>
          </p:nvPr>
        </p:nvSpPr>
        <p:spPr>
          <a:xfrm>
            <a:off x="381000" y="6347057"/>
            <a:ext cx="3200400" cy="365125"/>
          </a:xfrm>
          <a:prstGeom prst="rect">
            <a:avLst/>
          </a:prstGeom>
        </p:spPr>
        <p:txBody>
          <a:bodyPr vert="horz" lIns="91440" tIns="45720" rIns="91440" bIns="45720" rtlCol="0" anchor="ctr"/>
          <a:lstStyle>
            <a:lvl1pPr algn="l" rtl="0">
              <a:defRPr sz="800" b="0" i="0" cap="all" spc="100" baseline="0">
                <a:solidFill>
                  <a:schemeClr val="tx1"/>
                </a:solidFill>
                <a:latin typeface="+mn-lt"/>
                <a:cs typeface="Segoe UI" panose="020B0502040204020203" pitchFamily="34" charset="0"/>
              </a:defRPr>
            </a:lvl1pPr>
          </a:lstStyle>
          <a:p>
            <a:r>
              <a:rPr lang="en-US"/>
              <a:t>Sample Footer Text</a:t>
            </a:r>
            <a:endParaRPr lang="en-US" dirty="0"/>
          </a:p>
        </p:txBody>
      </p:sp>
      <p:sp>
        <p:nvSpPr>
          <p:cNvPr id="18" name="Date Placeholder 3">
            <a:extLst>
              <a:ext uri="{FF2B5EF4-FFF2-40B4-BE49-F238E27FC236}">
                <a16:creationId xmlns:a16="http://schemas.microsoft.com/office/drawing/2014/main" id="{DE26C4DF-9E75-7A5B-2595-BEA6116A42A6}"/>
              </a:ext>
            </a:extLst>
          </p:cNvPr>
          <p:cNvSpPr>
            <a:spLocks noGrp="1"/>
          </p:cNvSpPr>
          <p:nvPr>
            <p:ph type="dt" sz="half" idx="2"/>
          </p:nvPr>
        </p:nvSpPr>
        <p:spPr>
          <a:xfrm>
            <a:off x="9525000" y="6340475"/>
            <a:ext cx="1800171"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93274EE0-8EE6-BB42-BF21-111D3EB8AA70}" type="datetime1">
              <a:rPr lang="en-US" smtClean="0"/>
              <a:pPr/>
              <a:t>12/13/2025</a:t>
            </a:fld>
            <a:endParaRPr lang="en-US"/>
          </a:p>
        </p:txBody>
      </p:sp>
      <p:sp>
        <p:nvSpPr>
          <p:cNvPr id="19" name="Slide Number Placeholder 5">
            <a:extLst>
              <a:ext uri="{FF2B5EF4-FFF2-40B4-BE49-F238E27FC236}">
                <a16:creationId xmlns:a16="http://schemas.microsoft.com/office/drawing/2014/main" id="{C94B77EC-B34E-F076-4684-F1C05BA67E85}"/>
              </a:ext>
            </a:extLst>
          </p:cNvPr>
          <p:cNvSpPr>
            <a:spLocks noGrp="1"/>
          </p:cNvSpPr>
          <p:nvPr>
            <p:ph type="sldNum" sz="quarter" idx="4"/>
          </p:nvPr>
        </p:nvSpPr>
        <p:spPr>
          <a:xfrm>
            <a:off x="11375694" y="6340475"/>
            <a:ext cx="429207"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7" r:id="rId5"/>
    <p:sldLayoutId id="2147483893" r:id="rId6"/>
    <p:sldLayoutId id="2147483895" r:id="rId7"/>
    <p:sldLayoutId id="2147483896" r:id="rId8"/>
    <p:sldLayoutId id="2147483901" r:id="rId9"/>
    <p:sldLayoutId id="2147483947" r:id="rId10"/>
    <p:sldLayoutId id="2147483902" r:id="rId11"/>
    <p:sldLayoutId id="2147483903" r:id="rId12"/>
    <p:sldLayoutId id="2147483904" r:id="rId13"/>
    <p:sldLayoutId id="2147483905" r:id="rId14"/>
    <p:sldLayoutId id="2147483906" r:id="rId15"/>
    <p:sldLayoutId id="2147483907" r:id="rId16"/>
    <p:sldLayoutId id="2147483908" r:id="rId17"/>
    <p:sldLayoutId id="2147483917" r:id="rId18"/>
    <p:sldLayoutId id="2147483918" r:id="rId19"/>
    <p:sldLayoutId id="2147483919" r:id="rId20"/>
    <p:sldLayoutId id="2147483915" r:id="rId21"/>
    <p:sldLayoutId id="2147483916" r:id="rId22"/>
    <p:sldLayoutId id="2147483913" r:id="rId23"/>
    <p:sldLayoutId id="2147483914" r:id="rId24"/>
    <p:sldLayoutId id="2147483920" r:id="rId25"/>
    <p:sldLayoutId id="2147483921" r:id="rId26"/>
    <p:sldLayoutId id="2147483909" r:id="rId27"/>
    <p:sldLayoutId id="2147483910" r:id="rId28"/>
    <p:sldLayoutId id="2147483922" r:id="rId29"/>
    <p:sldLayoutId id="2147483923" r:id="rId30"/>
    <p:sldLayoutId id="2147483924" r:id="rId31"/>
    <p:sldLayoutId id="2147483911" r:id="rId32"/>
    <p:sldLayoutId id="2147483912" r:id="rId33"/>
    <p:sldLayoutId id="2147483925" r:id="rId34"/>
    <p:sldLayoutId id="2147483926" r:id="rId35"/>
    <p:sldLayoutId id="2147483927" r:id="rId36"/>
    <p:sldLayoutId id="2147483928" r:id="rId37"/>
    <p:sldLayoutId id="2147483929" r:id="rId38"/>
    <p:sldLayoutId id="2147483930" r:id="rId39"/>
    <p:sldLayoutId id="2147483931" r:id="rId40"/>
    <p:sldLayoutId id="2147483932" r:id="rId41"/>
    <p:sldLayoutId id="2147483933" r:id="rId42"/>
    <p:sldLayoutId id="2147483935" r:id="rId43"/>
    <p:sldLayoutId id="2147483936" r:id="rId44"/>
    <p:sldLayoutId id="2147483937" r:id="rId45"/>
    <p:sldLayoutId id="2147483938" r:id="rId46"/>
    <p:sldLayoutId id="2147483945" r:id="rId47"/>
    <p:sldLayoutId id="2147483946" r:id="rId48"/>
    <p:sldLayoutId id="2147483939" r:id="rId49"/>
    <p:sldLayoutId id="2147483940" r:id="rId50"/>
    <p:sldLayoutId id="2147483941" r:id="rId51"/>
    <p:sldLayoutId id="2147483942" r:id="rId52"/>
    <p:sldLayoutId id="2147483943" r:id="rId53"/>
    <p:sldLayoutId id="2147483944" r:id="rId54"/>
    <p:sldLayoutId id="2147483948" r:id="rId55"/>
  </p:sldLayoutIdLst>
  <p:hf hdr="0"/>
  <p:txStyles>
    <p:title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40" userDrawn="1">
          <p15:clr>
            <a:srgbClr val="F26B43"/>
          </p15:clr>
        </p15:guide>
        <p15:guide id="25" pos="7296" userDrawn="1">
          <p15:clr>
            <a:srgbClr val="F26B43"/>
          </p15:clr>
        </p15:guide>
        <p15:guide id="26" pos="3840" userDrawn="1">
          <p15:clr>
            <a:srgbClr val="F26B43"/>
          </p15:clr>
        </p15:guide>
        <p15:guide id="27" orient="horz" pos="432" userDrawn="1">
          <p15:clr>
            <a:srgbClr val="F26B43"/>
          </p15:clr>
        </p15:guide>
        <p15:guide id="28" orient="horz" pos="3888" userDrawn="1">
          <p15:clr>
            <a:srgbClr val="F26B43"/>
          </p15:clr>
        </p15:guide>
        <p15:guide id="29" pos="96" userDrawn="1">
          <p15:clr>
            <a:srgbClr val="F26B43"/>
          </p15:clr>
        </p15:guide>
        <p15:guide id="30" pos="7584" userDrawn="1">
          <p15:clr>
            <a:srgbClr val="F26B43"/>
          </p15:clr>
        </p15:guide>
        <p15:guide id="31" orient="horz" pos="96" userDrawn="1">
          <p15:clr>
            <a:srgbClr val="F26B43"/>
          </p15:clr>
        </p15:guide>
        <p15:guide id="32" orient="horz" pos="4224" userDrawn="1">
          <p15:clr>
            <a:srgbClr val="F26B43"/>
          </p15:clr>
        </p15:guide>
        <p15:guide id="33" pos="384" userDrawn="1">
          <p15:clr>
            <a:srgbClr val="F26B43"/>
          </p15:clr>
        </p15:guide>
        <p15:guide id="34"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34.png"/></Relationships>
</file>

<file path=ppt/slides/_rels/slide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9.png"/></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5.png"/><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1C50F-6141-9601-C39E-487F8B0BAC5F}"/>
              </a:ext>
            </a:extLst>
          </p:cNvPr>
          <p:cNvSpPr>
            <a:spLocks noGrp="1"/>
          </p:cNvSpPr>
          <p:nvPr>
            <p:ph type="ctrTitle"/>
          </p:nvPr>
        </p:nvSpPr>
        <p:spPr>
          <a:xfrm>
            <a:off x="446314" y="144198"/>
            <a:ext cx="9906000" cy="1659996"/>
          </a:xfrm>
        </p:spPr>
        <p:txBody>
          <a:bodyPr anchor="b">
            <a:normAutofit/>
          </a:bodyPr>
          <a:lstStyle/>
          <a:p>
            <a:pPr algn="l"/>
            <a:r>
              <a:rPr lang="en-US" sz="4800" dirty="0"/>
              <a:t>PML -Cricket Object Detection Project –Group 27</a:t>
            </a:r>
          </a:p>
        </p:txBody>
      </p:sp>
      <p:sp>
        <p:nvSpPr>
          <p:cNvPr id="6" name="Slide Number Placeholder 5">
            <a:extLst>
              <a:ext uri="{FF2B5EF4-FFF2-40B4-BE49-F238E27FC236}">
                <a16:creationId xmlns:a16="http://schemas.microsoft.com/office/drawing/2014/main" id="{628542BC-4054-EE62-D9A4-F6020889287D}"/>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pic>
        <p:nvPicPr>
          <p:cNvPr id="4" name="Picture 3">
            <a:extLst>
              <a:ext uri="{FF2B5EF4-FFF2-40B4-BE49-F238E27FC236}">
                <a16:creationId xmlns:a16="http://schemas.microsoft.com/office/drawing/2014/main" id="{DF0CEBC3-D03C-092E-640B-01707BF4E36D}"/>
              </a:ext>
            </a:extLst>
          </p:cNvPr>
          <p:cNvPicPr>
            <a:picLocks noChangeAspect="1"/>
          </p:cNvPicPr>
          <p:nvPr/>
        </p:nvPicPr>
        <p:blipFill>
          <a:blip r:embed="rId3"/>
          <a:stretch>
            <a:fillRect/>
          </a:stretch>
        </p:blipFill>
        <p:spPr>
          <a:xfrm>
            <a:off x="9906000" y="144198"/>
            <a:ext cx="2285999" cy="838200"/>
          </a:xfrm>
          <a:prstGeom prst="rect">
            <a:avLst/>
          </a:prstGeom>
        </p:spPr>
      </p:pic>
      <p:graphicFrame>
        <p:nvGraphicFramePr>
          <p:cNvPr id="5" name="Table 4">
            <a:extLst>
              <a:ext uri="{FF2B5EF4-FFF2-40B4-BE49-F238E27FC236}">
                <a16:creationId xmlns:a16="http://schemas.microsoft.com/office/drawing/2014/main" id="{537C4B4E-A4D4-1179-3052-E084D04ADF35}"/>
              </a:ext>
            </a:extLst>
          </p:cNvPr>
          <p:cNvGraphicFramePr>
            <a:graphicFrameLocks noGrp="1"/>
          </p:cNvGraphicFramePr>
          <p:nvPr>
            <p:extLst>
              <p:ext uri="{D42A27DB-BD31-4B8C-83A1-F6EECF244321}">
                <p14:modId xmlns:p14="http://schemas.microsoft.com/office/powerpoint/2010/main" val="2527380375"/>
              </p:ext>
            </p:extLst>
          </p:nvPr>
        </p:nvGraphicFramePr>
        <p:xfrm>
          <a:off x="446314" y="1925594"/>
          <a:ext cx="8328378" cy="5060487"/>
        </p:xfrm>
        <a:graphic>
          <a:graphicData uri="http://schemas.openxmlformats.org/drawingml/2006/table">
            <a:tbl>
              <a:tblPr firstRow="1" bandRow="1">
                <a:tableStyleId>{2D5ABB26-0587-4C30-8999-92F81FD0307C}</a:tableStyleId>
              </a:tblPr>
              <a:tblGrid>
                <a:gridCol w="4264378">
                  <a:extLst>
                    <a:ext uri="{9D8B030D-6E8A-4147-A177-3AD203B41FA5}">
                      <a16:colId xmlns:a16="http://schemas.microsoft.com/office/drawing/2014/main" val="3905585804"/>
                    </a:ext>
                  </a:extLst>
                </a:gridCol>
                <a:gridCol w="4064000">
                  <a:extLst>
                    <a:ext uri="{9D8B030D-6E8A-4147-A177-3AD203B41FA5}">
                      <a16:colId xmlns:a16="http://schemas.microsoft.com/office/drawing/2014/main" val="556120060"/>
                    </a:ext>
                  </a:extLst>
                </a:gridCol>
              </a:tblGrid>
              <a:tr h="3646070">
                <a:tc>
                  <a:txBody>
                    <a:bodyPr/>
                    <a:lstStyle/>
                    <a:p>
                      <a:r>
                        <a:rPr lang="en-IN" sz="4400" b="1" i="0" kern="1200" dirty="0">
                          <a:solidFill>
                            <a:srgbClr val="00B0F0"/>
                          </a:solidFill>
                          <a:latin typeface="-apple-system"/>
                          <a:ea typeface="+mn-ea"/>
                          <a:cs typeface="+mn-cs"/>
                        </a:rPr>
                        <a:t>Group Members</a:t>
                      </a:r>
                    </a:p>
                    <a:p>
                      <a:endParaRPr lang="en-IN" sz="3600" dirty="0"/>
                    </a:p>
                    <a:p>
                      <a:pPr marL="342900" indent="-342900">
                        <a:buAutoNum type="arabicPeriod"/>
                      </a:pPr>
                      <a:r>
                        <a:rPr lang="en-IN" sz="3600" b="1" dirty="0"/>
                        <a:t>Yugal Sahu</a:t>
                      </a:r>
                    </a:p>
                    <a:p>
                      <a:pPr marL="342900" indent="-342900">
                        <a:buAutoNum type="arabicPeriod"/>
                      </a:pPr>
                      <a:r>
                        <a:rPr lang="en-IN" sz="3600" b="1" dirty="0"/>
                        <a:t>Pravin Patil</a:t>
                      </a:r>
                    </a:p>
                    <a:p>
                      <a:pPr marL="342900" indent="-342900">
                        <a:buAutoNum type="arabicPeriod"/>
                      </a:pPr>
                      <a:r>
                        <a:rPr lang="en-IN" sz="3600" b="1" dirty="0"/>
                        <a:t>Yogesh Gupte</a:t>
                      </a:r>
                    </a:p>
                    <a:p>
                      <a:pPr marL="342900" indent="-342900">
                        <a:buAutoNum type="arabicPeriod"/>
                      </a:pPr>
                      <a:r>
                        <a:rPr lang="en-IN" sz="3600" b="1" dirty="0"/>
                        <a:t>Ratish Nair</a:t>
                      </a:r>
                    </a:p>
                    <a:p>
                      <a:pPr marL="342900" indent="-342900">
                        <a:buAutoNum type="arabicPeriod"/>
                      </a:pPr>
                      <a:r>
                        <a:rPr lang="en-IN" sz="3600" b="1" dirty="0"/>
                        <a:t>Gaurav Patil</a:t>
                      </a:r>
                    </a:p>
                  </a:txBody>
                  <a:tcPr/>
                </a:tc>
                <a:tc>
                  <a:txBody>
                    <a:bodyPr/>
                    <a:lstStyle/>
                    <a:p>
                      <a:endParaRPr lang="en-IN" dirty="0"/>
                    </a:p>
                  </a:txBody>
                  <a:tcPr/>
                </a:tc>
                <a:extLst>
                  <a:ext uri="{0D108BD9-81ED-4DB2-BD59-A6C34878D82A}">
                    <a16:rowId xmlns:a16="http://schemas.microsoft.com/office/drawing/2014/main" val="367783663"/>
                  </a:ext>
                </a:extLst>
              </a:tr>
              <a:tr h="1006647">
                <a:tc>
                  <a:txBody>
                    <a:bodyPr/>
                    <a:lstStyle/>
                    <a:p>
                      <a:endParaRPr lang="en-IN" dirty="0"/>
                    </a:p>
                  </a:txBody>
                  <a:tcPr/>
                </a:tc>
                <a:tc>
                  <a:txBody>
                    <a:bodyPr/>
                    <a:lstStyle/>
                    <a:p>
                      <a:endParaRPr lang="en-IN" dirty="0"/>
                    </a:p>
                    <a:p>
                      <a:endParaRPr lang="en-IN" dirty="0"/>
                    </a:p>
                  </a:txBody>
                  <a:tcPr/>
                </a:tc>
                <a:extLst>
                  <a:ext uri="{0D108BD9-81ED-4DB2-BD59-A6C34878D82A}">
                    <a16:rowId xmlns:a16="http://schemas.microsoft.com/office/drawing/2014/main" val="3275031316"/>
                  </a:ext>
                </a:extLst>
              </a:tr>
            </a:tbl>
          </a:graphicData>
        </a:graphic>
      </p:graphicFrame>
    </p:spTree>
    <p:extLst>
      <p:ext uri="{BB962C8B-B14F-4D97-AF65-F5344CB8AC3E}">
        <p14:creationId xmlns:p14="http://schemas.microsoft.com/office/powerpoint/2010/main" val="181623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514" y="304799"/>
            <a:ext cx="11430000" cy="6553201"/>
          </a:xfrm>
        </p:spPr>
        <p:txBody>
          <a:bodyPr>
            <a:normAutofit fontScale="92500" lnSpcReduction="10000"/>
          </a:bodyPr>
          <a:lstStyle/>
          <a:p>
            <a:pPr algn="l">
              <a:defRPr sz="1400"/>
            </a:pPr>
            <a:r>
              <a:rPr sz="1800" b="1" dirty="0">
                <a:solidFill>
                  <a:srgbClr val="00B0F0"/>
                </a:solidFill>
                <a:latin typeface="-apple-system"/>
                <a:cs typeface="+mn-cs"/>
              </a:rPr>
              <a:t>Objective:</a:t>
            </a:r>
            <a:br>
              <a:rPr sz="1800" dirty="0">
                <a:solidFill>
                  <a:srgbClr val="1F2328"/>
                </a:solidFill>
                <a:latin typeface="-apple-system"/>
                <a:cs typeface="+mn-cs"/>
              </a:rPr>
            </a:br>
            <a:r>
              <a:rPr sz="1800" dirty="0">
                <a:solidFill>
                  <a:srgbClr val="1F2328"/>
                </a:solidFill>
                <a:latin typeface="-apple-system"/>
                <a:cs typeface="+mn-cs"/>
              </a:rPr>
              <a:t>Develop a machine learning model to detect cricket objects (bat, ball, stumps, or no object)</a:t>
            </a:r>
            <a:endParaRPr lang="en-IN" sz="1800" dirty="0">
              <a:solidFill>
                <a:srgbClr val="1F2328"/>
              </a:solidFill>
              <a:latin typeface="-apple-system"/>
              <a:cs typeface="+mn-cs"/>
            </a:endParaRPr>
          </a:p>
          <a:p>
            <a:pPr algn="l">
              <a:defRPr sz="1400"/>
            </a:pPr>
            <a:r>
              <a:rPr sz="1800" dirty="0">
                <a:solidFill>
                  <a:srgbClr val="1F2328"/>
                </a:solidFill>
                <a:latin typeface="-apple-system"/>
                <a:cs typeface="+mn-cs"/>
              </a:rPr>
              <a:t>in images using classical ML techniques and manual feature engineering.</a:t>
            </a:r>
            <a:br>
              <a:rPr sz="1800" dirty="0">
                <a:solidFill>
                  <a:srgbClr val="1F2328"/>
                </a:solidFill>
                <a:latin typeface="-apple-system"/>
                <a:cs typeface="+mn-cs"/>
              </a:rPr>
            </a:br>
            <a:br>
              <a:rPr sz="1800" dirty="0">
                <a:solidFill>
                  <a:srgbClr val="1F2328"/>
                </a:solidFill>
                <a:latin typeface="-apple-system"/>
                <a:cs typeface="+mn-cs"/>
              </a:rPr>
            </a:br>
            <a:r>
              <a:rPr sz="1800" b="1" dirty="0">
                <a:solidFill>
                  <a:srgbClr val="00B0F0"/>
                </a:solidFill>
                <a:latin typeface="-apple-system"/>
                <a:cs typeface="+mn-cs"/>
              </a:rPr>
              <a:t>Scope &amp; Approach:</a:t>
            </a:r>
            <a:br>
              <a:rPr sz="1800" dirty="0">
                <a:solidFill>
                  <a:srgbClr val="1F2328"/>
                </a:solidFill>
                <a:latin typeface="-apple-system"/>
                <a:cs typeface="+mn-cs"/>
              </a:rPr>
            </a:br>
            <a:r>
              <a:rPr sz="1800" dirty="0">
                <a:solidFill>
                  <a:srgbClr val="1F2328"/>
                </a:solidFill>
                <a:latin typeface="-apple-system"/>
                <a:cs typeface="+mn-cs"/>
              </a:rPr>
              <a:t>• Created dataset </a:t>
            </a:r>
            <a:r>
              <a:rPr lang="en-IN" sz="1800" dirty="0">
                <a:solidFill>
                  <a:srgbClr val="1F2328"/>
                </a:solidFill>
                <a:latin typeface="-apple-system"/>
                <a:cs typeface="+mn-cs"/>
              </a:rPr>
              <a:t>of </a:t>
            </a:r>
            <a:r>
              <a:rPr sz="1800" dirty="0">
                <a:solidFill>
                  <a:srgbClr val="1F2328"/>
                </a:solidFill>
                <a:latin typeface="-apple-system"/>
                <a:cs typeface="+mn-cs"/>
              </a:rPr>
              <a:t>cricket images (balanced across object classes)</a:t>
            </a:r>
            <a:br>
              <a:rPr sz="1800" dirty="0">
                <a:solidFill>
                  <a:srgbClr val="1F2328"/>
                </a:solidFill>
                <a:latin typeface="-apple-system"/>
                <a:cs typeface="+mn-cs"/>
              </a:rPr>
            </a:br>
            <a:r>
              <a:rPr sz="1800" dirty="0">
                <a:solidFill>
                  <a:srgbClr val="1F2328"/>
                </a:solidFill>
                <a:latin typeface="-apple-system"/>
                <a:cs typeface="+mn-cs"/>
              </a:rPr>
              <a:t>• Preprocessed images to 800×600 resolution and divided into 8×8 grid cells</a:t>
            </a:r>
            <a:br>
              <a:rPr sz="1800" dirty="0">
                <a:solidFill>
                  <a:srgbClr val="1F2328"/>
                </a:solidFill>
                <a:latin typeface="-apple-system"/>
                <a:cs typeface="+mn-cs"/>
              </a:rPr>
            </a:br>
            <a:r>
              <a:rPr sz="1800" dirty="0">
                <a:solidFill>
                  <a:srgbClr val="1F2328"/>
                </a:solidFill>
                <a:latin typeface="-apple-system"/>
                <a:cs typeface="+mn-cs"/>
              </a:rPr>
              <a:t>• Annotated each cell with object labels (0: no object, 1: ball, 2: bat, 3: stump)</a:t>
            </a:r>
            <a:br>
              <a:rPr sz="1800" dirty="0">
                <a:solidFill>
                  <a:srgbClr val="1F2328"/>
                </a:solidFill>
                <a:latin typeface="-apple-system"/>
                <a:cs typeface="+mn-cs"/>
              </a:rPr>
            </a:br>
            <a:r>
              <a:rPr sz="1800" dirty="0">
                <a:solidFill>
                  <a:srgbClr val="1F2328"/>
                </a:solidFill>
                <a:latin typeface="-apple-system"/>
                <a:cs typeface="+mn-cs"/>
              </a:rPr>
              <a:t>• Extracted handcrafted features (HOG, grayscale) for classification</a:t>
            </a:r>
            <a:br>
              <a:rPr sz="1800" dirty="0">
                <a:solidFill>
                  <a:srgbClr val="1F2328"/>
                </a:solidFill>
                <a:latin typeface="-apple-system"/>
                <a:cs typeface="+mn-cs"/>
              </a:rPr>
            </a:br>
            <a:r>
              <a:rPr sz="1800" dirty="0">
                <a:solidFill>
                  <a:srgbClr val="1F2328"/>
                </a:solidFill>
                <a:latin typeface="-apple-system"/>
                <a:cs typeface="+mn-cs"/>
              </a:rPr>
              <a:t>• Trained and evaluated Random Forest and KNN models</a:t>
            </a:r>
            <a:br>
              <a:rPr sz="1800" dirty="0">
                <a:solidFill>
                  <a:srgbClr val="1F2328"/>
                </a:solidFill>
                <a:latin typeface="-apple-system"/>
                <a:cs typeface="+mn-cs"/>
              </a:rPr>
            </a:br>
            <a:br>
              <a:rPr sz="1800" b="1" dirty="0">
                <a:solidFill>
                  <a:srgbClr val="1F2328"/>
                </a:solidFill>
                <a:latin typeface="-apple-system"/>
                <a:cs typeface="+mn-cs"/>
              </a:rPr>
            </a:br>
            <a:r>
              <a:rPr sz="1800" b="1" dirty="0">
                <a:solidFill>
                  <a:srgbClr val="00B0F0"/>
                </a:solidFill>
                <a:latin typeface="-apple-system"/>
                <a:cs typeface="+mn-cs"/>
              </a:rPr>
              <a:t>Key Deliverables:</a:t>
            </a:r>
            <a:br>
              <a:rPr sz="1800" dirty="0">
                <a:solidFill>
                  <a:srgbClr val="1F2328"/>
                </a:solidFill>
                <a:latin typeface="-apple-system"/>
                <a:cs typeface="+mn-cs"/>
              </a:rPr>
            </a:br>
            <a:r>
              <a:rPr sz="1800" dirty="0">
                <a:solidFill>
                  <a:srgbClr val="1F2328"/>
                </a:solidFill>
                <a:latin typeface="-apple-system"/>
                <a:cs typeface="+mn-cs"/>
              </a:rPr>
              <a:t>• Source code</a:t>
            </a:r>
            <a:br>
              <a:rPr sz="1800" dirty="0">
                <a:solidFill>
                  <a:srgbClr val="1F2328"/>
                </a:solidFill>
                <a:latin typeface="-apple-system"/>
                <a:cs typeface="+mn-cs"/>
              </a:rPr>
            </a:br>
            <a:r>
              <a:rPr sz="1800" dirty="0">
                <a:solidFill>
                  <a:srgbClr val="1F2328"/>
                </a:solidFill>
                <a:latin typeface="-apple-system"/>
                <a:cs typeface="+mn-cs"/>
              </a:rPr>
              <a:t>• Predictions CSV</a:t>
            </a:r>
            <a:br>
              <a:rPr sz="1800" dirty="0">
                <a:solidFill>
                  <a:srgbClr val="1F2328"/>
                </a:solidFill>
                <a:latin typeface="-apple-system"/>
                <a:cs typeface="+mn-cs"/>
              </a:rPr>
            </a:br>
            <a:r>
              <a:rPr sz="1800" dirty="0">
                <a:solidFill>
                  <a:srgbClr val="1F2328"/>
                </a:solidFill>
                <a:latin typeface="-apple-system"/>
                <a:cs typeface="+mn-cs"/>
              </a:rPr>
              <a:t>• Performance metrics &amp; visualizations</a:t>
            </a:r>
            <a:br>
              <a:rPr sz="1800" dirty="0">
                <a:solidFill>
                  <a:srgbClr val="1F2328"/>
                </a:solidFill>
                <a:latin typeface="-apple-system"/>
                <a:cs typeface="+mn-cs"/>
              </a:rPr>
            </a:br>
            <a:r>
              <a:rPr sz="1800" dirty="0">
                <a:solidFill>
                  <a:srgbClr val="1F2328"/>
                </a:solidFill>
                <a:latin typeface="-apple-system"/>
                <a:cs typeface="+mn-cs"/>
              </a:rPr>
              <a:t>• Presentation &amp; video</a:t>
            </a:r>
            <a:br>
              <a:rPr sz="1800" dirty="0">
                <a:solidFill>
                  <a:srgbClr val="1F2328"/>
                </a:solidFill>
                <a:latin typeface="-apple-system"/>
                <a:cs typeface="+mn-cs"/>
              </a:rPr>
            </a:br>
            <a:br>
              <a:rPr sz="1800" dirty="0">
                <a:solidFill>
                  <a:srgbClr val="1F2328"/>
                </a:solidFill>
                <a:latin typeface="-apple-system"/>
                <a:cs typeface="+mn-cs"/>
              </a:rPr>
            </a:br>
            <a:r>
              <a:rPr sz="1800" b="1" dirty="0">
                <a:solidFill>
                  <a:srgbClr val="00B0F0"/>
                </a:solidFill>
                <a:latin typeface="-apple-system"/>
                <a:cs typeface="+mn-cs"/>
              </a:rPr>
              <a:t>Evaluation Criteria:</a:t>
            </a:r>
            <a:br>
              <a:rPr sz="1800" dirty="0">
                <a:solidFill>
                  <a:srgbClr val="1F2328"/>
                </a:solidFill>
                <a:latin typeface="-apple-system"/>
                <a:cs typeface="+mn-cs"/>
              </a:rPr>
            </a:br>
            <a:r>
              <a:rPr sz="1800" dirty="0">
                <a:solidFill>
                  <a:srgbClr val="1F2328"/>
                </a:solidFill>
                <a:latin typeface="-apple-system"/>
                <a:cs typeface="+mn-cs"/>
              </a:rPr>
              <a:t>• Problem detailing &amp; solution approach</a:t>
            </a:r>
            <a:br>
              <a:rPr sz="1800" dirty="0">
                <a:solidFill>
                  <a:srgbClr val="1F2328"/>
                </a:solidFill>
                <a:latin typeface="-apple-system"/>
                <a:cs typeface="+mn-cs"/>
              </a:rPr>
            </a:br>
            <a:r>
              <a:rPr sz="1800" dirty="0">
                <a:solidFill>
                  <a:srgbClr val="1F2328"/>
                </a:solidFill>
                <a:latin typeface="-apple-system"/>
                <a:cs typeface="+mn-cs"/>
              </a:rPr>
              <a:t>• Model performance on train/test</a:t>
            </a:r>
            <a:br>
              <a:rPr sz="1800" dirty="0">
                <a:solidFill>
                  <a:srgbClr val="1F2328"/>
                </a:solidFill>
                <a:latin typeface="-apple-system"/>
                <a:cs typeface="+mn-cs"/>
              </a:rPr>
            </a:br>
            <a:r>
              <a:rPr sz="1800" dirty="0">
                <a:solidFill>
                  <a:srgbClr val="1F2328"/>
                </a:solidFill>
                <a:latin typeface="-apple-system"/>
                <a:cs typeface="+mn-cs"/>
              </a:rPr>
              <a:t>• Quality of documentation and presentation</a:t>
            </a:r>
          </a:p>
        </p:txBody>
      </p:sp>
      <p:pic>
        <p:nvPicPr>
          <p:cNvPr id="5" name="Picture 4">
            <a:extLst>
              <a:ext uri="{FF2B5EF4-FFF2-40B4-BE49-F238E27FC236}">
                <a16:creationId xmlns:a16="http://schemas.microsoft.com/office/drawing/2014/main" id="{96D00A60-29BE-E66E-27C7-0450E2F90C7E}"/>
              </a:ext>
            </a:extLst>
          </p:cNvPr>
          <p:cNvPicPr>
            <a:picLocks noChangeAspect="1"/>
          </p:cNvPicPr>
          <p:nvPr/>
        </p:nvPicPr>
        <p:blipFill>
          <a:blip r:embed="rId2"/>
          <a:stretch>
            <a:fillRect/>
          </a:stretch>
        </p:blipFill>
        <p:spPr>
          <a:xfrm>
            <a:off x="9697534" y="-1"/>
            <a:ext cx="2414954" cy="9740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3F33-30A8-AA75-7DC5-C2143B9175B0}"/>
              </a:ext>
            </a:extLst>
          </p:cNvPr>
          <p:cNvSpPr>
            <a:spLocks noGrp="1"/>
          </p:cNvSpPr>
          <p:nvPr>
            <p:ph type="title"/>
          </p:nvPr>
        </p:nvSpPr>
        <p:spPr>
          <a:xfrm>
            <a:off x="381000" y="145818"/>
            <a:ext cx="5490883" cy="969512"/>
          </a:xfrm>
        </p:spPr>
        <p:txBody>
          <a:bodyPr anchor="t">
            <a:normAutofit/>
          </a:bodyPr>
          <a:lstStyle/>
          <a:p>
            <a:r>
              <a:rPr lang="en-US" dirty="0">
                <a:solidFill>
                  <a:srgbClr val="00B0F0"/>
                </a:solidFill>
              </a:rPr>
              <a:t> Step-by-Step Workflow</a:t>
            </a:r>
          </a:p>
        </p:txBody>
      </p:sp>
      <p:sp>
        <p:nvSpPr>
          <p:cNvPr id="5" name="Date Placeholder 4">
            <a:extLst>
              <a:ext uri="{FF2B5EF4-FFF2-40B4-BE49-F238E27FC236}">
                <a16:creationId xmlns:a16="http://schemas.microsoft.com/office/drawing/2014/main" id="{CEF5D93E-5821-5ED7-44AD-57FB3575C34E}"/>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3C1C31CA-C0D2-BF08-78CA-918CD7C95196}"/>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pic>
        <p:nvPicPr>
          <p:cNvPr id="10" name="Content Placeholder 9">
            <a:extLst>
              <a:ext uri="{FF2B5EF4-FFF2-40B4-BE49-F238E27FC236}">
                <a16:creationId xmlns:a16="http://schemas.microsoft.com/office/drawing/2014/main" id="{8B734F20-F5FB-EA8D-4139-7A38E4CC32B1}"/>
              </a:ext>
            </a:extLst>
          </p:cNvPr>
          <p:cNvPicPr>
            <a:picLocks noGrp="1" noChangeAspect="1"/>
          </p:cNvPicPr>
          <p:nvPr>
            <p:ph sz="quarter" idx="13"/>
          </p:nvPr>
        </p:nvPicPr>
        <p:blipFill>
          <a:blip r:embed="rId3"/>
          <a:stretch>
            <a:fillRect/>
          </a:stretch>
        </p:blipFill>
        <p:spPr>
          <a:xfrm>
            <a:off x="776702" y="1282275"/>
            <a:ext cx="7308399" cy="5423325"/>
          </a:xfrm>
          <a:prstGeom prst="rect">
            <a:avLst/>
          </a:prstGeom>
        </p:spPr>
      </p:pic>
      <p:pic>
        <p:nvPicPr>
          <p:cNvPr id="8" name="Picture 7">
            <a:extLst>
              <a:ext uri="{FF2B5EF4-FFF2-40B4-BE49-F238E27FC236}">
                <a16:creationId xmlns:a16="http://schemas.microsoft.com/office/drawing/2014/main" id="{B993E837-B091-13F3-141D-BAFEC3ECE506}"/>
              </a:ext>
            </a:extLst>
          </p:cNvPr>
          <p:cNvPicPr>
            <a:picLocks noChangeAspect="1"/>
          </p:cNvPicPr>
          <p:nvPr/>
        </p:nvPicPr>
        <p:blipFill>
          <a:blip r:embed="rId4"/>
          <a:stretch>
            <a:fillRect/>
          </a:stretch>
        </p:blipFill>
        <p:spPr>
          <a:xfrm>
            <a:off x="9601199" y="0"/>
            <a:ext cx="2590801" cy="905606"/>
          </a:xfrm>
          <a:prstGeom prst="rect">
            <a:avLst/>
          </a:prstGeom>
        </p:spPr>
      </p:pic>
    </p:spTree>
    <p:extLst>
      <p:ext uri="{BB962C8B-B14F-4D97-AF65-F5344CB8AC3E}">
        <p14:creationId xmlns:p14="http://schemas.microsoft.com/office/powerpoint/2010/main" val="94183617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9F0F-1E34-8FBC-05F0-66F622FC37D3}"/>
              </a:ext>
            </a:extLst>
          </p:cNvPr>
          <p:cNvSpPr>
            <a:spLocks noGrp="1"/>
          </p:cNvSpPr>
          <p:nvPr>
            <p:ph type="title"/>
          </p:nvPr>
        </p:nvSpPr>
        <p:spPr>
          <a:xfrm>
            <a:off x="587344" y="152400"/>
            <a:ext cx="11429999" cy="755965"/>
          </a:xfrm>
        </p:spPr>
        <p:txBody>
          <a:bodyPr anchor="t">
            <a:normAutofit/>
          </a:bodyPr>
          <a:lstStyle/>
          <a:p>
            <a:r>
              <a:rPr lang="en-US" dirty="0">
                <a:solidFill>
                  <a:srgbClr val="00B0F0"/>
                </a:solidFill>
              </a:rPr>
              <a:t>Data Collection &amp; Pre Processing</a:t>
            </a:r>
          </a:p>
        </p:txBody>
      </p:sp>
      <p:sp>
        <p:nvSpPr>
          <p:cNvPr id="5" name="Date Placeholder 4">
            <a:extLst>
              <a:ext uri="{FF2B5EF4-FFF2-40B4-BE49-F238E27FC236}">
                <a16:creationId xmlns:a16="http://schemas.microsoft.com/office/drawing/2014/main" id="{C9981CBB-2707-F527-A935-8C31BBF67D7B}"/>
              </a:ext>
            </a:extLst>
          </p:cNvPr>
          <p:cNvSpPr>
            <a:spLocks noGrp="1"/>
          </p:cNvSpPr>
          <p:nvPr>
            <p:ph type="dt" sz="half" idx="10"/>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C569B6E3-AE1E-E22B-6AF0-B5041C27FC07}"/>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
        <p:nvSpPr>
          <p:cNvPr id="10" name="TextBox 9">
            <a:extLst>
              <a:ext uri="{FF2B5EF4-FFF2-40B4-BE49-F238E27FC236}">
                <a16:creationId xmlns:a16="http://schemas.microsoft.com/office/drawing/2014/main" id="{A07185FE-5159-1764-72A9-A109789913B4}"/>
              </a:ext>
            </a:extLst>
          </p:cNvPr>
          <p:cNvSpPr txBox="1"/>
          <p:nvPr/>
        </p:nvSpPr>
        <p:spPr>
          <a:xfrm>
            <a:off x="680309" y="530382"/>
            <a:ext cx="5099637" cy="2492990"/>
          </a:xfrm>
          <a:prstGeom prst="rect">
            <a:avLst/>
          </a:prstGeom>
          <a:noFill/>
        </p:spPr>
        <p:txBody>
          <a:bodyPr wrap="square">
            <a:spAutoFit/>
          </a:bodyPr>
          <a:lstStyle/>
          <a:p>
            <a:pPr algn="l">
              <a:spcAft>
                <a:spcPts val="1200"/>
              </a:spcAft>
              <a:buFont typeface="Arial" panose="020B0604020202020204" pitchFamily="34" charset="0"/>
              <a:buChar char="•"/>
            </a:pPr>
            <a:r>
              <a:rPr lang="en-US" b="0" i="0" dirty="0">
                <a:solidFill>
                  <a:srgbClr val="1F2328"/>
                </a:solidFill>
                <a:effectLst/>
                <a:latin typeface="-apple-system"/>
              </a:rPr>
              <a:t>Gathered various types of cricket images, balanced across object classes.</a:t>
            </a:r>
          </a:p>
          <a:p>
            <a:pPr algn="l">
              <a:spcAft>
                <a:spcPts val="1200"/>
              </a:spcAft>
              <a:buFont typeface="Arial" panose="020B0604020202020204" pitchFamily="34" charset="0"/>
              <a:buChar char="•"/>
            </a:pPr>
            <a:r>
              <a:rPr lang="en-US" b="0" i="0" dirty="0">
                <a:solidFill>
                  <a:srgbClr val="1F2328"/>
                </a:solidFill>
                <a:effectLst/>
                <a:latin typeface="-apple-system"/>
              </a:rPr>
              <a:t>All images resized to 800×600 and partitioned into an 8×8 grid.</a:t>
            </a:r>
          </a:p>
          <a:p>
            <a:pPr algn="l">
              <a:spcAft>
                <a:spcPts val="1200"/>
              </a:spcAft>
              <a:buFont typeface="Arial" panose="020B0604020202020204" pitchFamily="34" charset="0"/>
              <a:buChar char="•"/>
            </a:pPr>
            <a:r>
              <a:rPr lang="en-US" dirty="0">
                <a:solidFill>
                  <a:srgbClr val="1F2328"/>
                </a:solidFill>
                <a:latin typeface="-apple-system"/>
              </a:rPr>
              <a:t>Used python script to resize and reshape all images</a:t>
            </a:r>
            <a:endParaRPr lang="en-US" b="0" i="0" dirty="0">
              <a:solidFill>
                <a:srgbClr val="1F2328"/>
              </a:solidFill>
              <a:effectLst/>
              <a:latin typeface="-apple-system"/>
            </a:endParaRPr>
          </a:p>
          <a:p>
            <a:pPr>
              <a:buNone/>
            </a:pPr>
            <a:br>
              <a:rPr lang="en-US" dirty="0"/>
            </a:br>
            <a:endParaRPr lang="en-IN" dirty="0"/>
          </a:p>
        </p:txBody>
      </p:sp>
      <p:pic>
        <p:nvPicPr>
          <p:cNvPr id="12" name="Picture 11">
            <a:extLst>
              <a:ext uri="{FF2B5EF4-FFF2-40B4-BE49-F238E27FC236}">
                <a16:creationId xmlns:a16="http://schemas.microsoft.com/office/drawing/2014/main" id="{D86AFD60-1043-6293-DB31-ED718B9F802C}"/>
              </a:ext>
            </a:extLst>
          </p:cNvPr>
          <p:cNvPicPr>
            <a:picLocks noChangeAspect="1"/>
          </p:cNvPicPr>
          <p:nvPr/>
        </p:nvPicPr>
        <p:blipFill>
          <a:blip r:embed="rId3"/>
          <a:stretch>
            <a:fillRect/>
          </a:stretch>
        </p:blipFill>
        <p:spPr>
          <a:xfrm>
            <a:off x="5861036" y="1019434"/>
            <a:ext cx="6249272" cy="5682957"/>
          </a:xfrm>
          <a:prstGeom prst="rect">
            <a:avLst/>
          </a:prstGeom>
        </p:spPr>
      </p:pic>
      <p:pic>
        <p:nvPicPr>
          <p:cNvPr id="16" name="Picture 15">
            <a:extLst>
              <a:ext uri="{FF2B5EF4-FFF2-40B4-BE49-F238E27FC236}">
                <a16:creationId xmlns:a16="http://schemas.microsoft.com/office/drawing/2014/main" id="{7FEE598B-6B0F-2EA5-A065-E103FD2812CA}"/>
              </a:ext>
            </a:extLst>
          </p:cNvPr>
          <p:cNvPicPr>
            <a:picLocks noChangeAspect="1"/>
          </p:cNvPicPr>
          <p:nvPr/>
        </p:nvPicPr>
        <p:blipFill>
          <a:blip r:embed="rId4"/>
          <a:stretch>
            <a:fillRect/>
          </a:stretch>
        </p:blipFill>
        <p:spPr>
          <a:xfrm>
            <a:off x="680309" y="2926310"/>
            <a:ext cx="4415759" cy="3596727"/>
          </a:xfrm>
          <a:prstGeom prst="rect">
            <a:avLst/>
          </a:prstGeom>
        </p:spPr>
      </p:pic>
      <p:pic>
        <p:nvPicPr>
          <p:cNvPr id="7" name="Picture 6">
            <a:extLst>
              <a:ext uri="{FF2B5EF4-FFF2-40B4-BE49-F238E27FC236}">
                <a16:creationId xmlns:a16="http://schemas.microsoft.com/office/drawing/2014/main" id="{3B2FDCD4-2261-E279-D3E9-788DC113AE84}"/>
              </a:ext>
            </a:extLst>
          </p:cNvPr>
          <p:cNvPicPr>
            <a:picLocks noChangeAspect="1"/>
          </p:cNvPicPr>
          <p:nvPr/>
        </p:nvPicPr>
        <p:blipFill>
          <a:blip r:embed="rId5"/>
          <a:stretch>
            <a:fillRect/>
          </a:stretch>
        </p:blipFill>
        <p:spPr>
          <a:xfrm>
            <a:off x="9616553" y="-1"/>
            <a:ext cx="2575447" cy="976487"/>
          </a:xfrm>
          <a:prstGeom prst="rect">
            <a:avLst/>
          </a:prstGeom>
        </p:spPr>
      </p:pic>
    </p:spTree>
    <p:extLst>
      <p:ext uri="{BB962C8B-B14F-4D97-AF65-F5344CB8AC3E}">
        <p14:creationId xmlns:p14="http://schemas.microsoft.com/office/powerpoint/2010/main" val="22048893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B2BAE-1FBD-7EE8-5972-1924BDCF6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301B7-95C4-3B84-649C-23E8495AF96B}"/>
              </a:ext>
            </a:extLst>
          </p:cNvPr>
          <p:cNvSpPr>
            <a:spLocks noGrp="1"/>
          </p:cNvSpPr>
          <p:nvPr>
            <p:ph type="title"/>
          </p:nvPr>
        </p:nvSpPr>
        <p:spPr>
          <a:xfrm>
            <a:off x="457200" y="58287"/>
            <a:ext cx="3783860" cy="552017"/>
          </a:xfrm>
        </p:spPr>
        <p:txBody>
          <a:bodyPr anchor="t">
            <a:normAutofit/>
          </a:bodyPr>
          <a:lstStyle/>
          <a:p>
            <a:r>
              <a:rPr lang="en-US" dirty="0">
                <a:solidFill>
                  <a:srgbClr val="00B0F0"/>
                </a:solidFill>
              </a:rPr>
              <a:t>Annotation</a:t>
            </a:r>
          </a:p>
        </p:txBody>
      </p:sp>
      <p:sp>
        <p:nvSpPr>
          <p:cNvPr id="4" name="Footer Placeholder 3">
            <a:extLst>
              <a:ext uri="{FF2B5EF4-FFF2-40B4-BE49-F238E27FC236}">
                <a16:creationId xmlns:a16="http://schemas.microsoft.com/office/drawing/2014/main" id="{546B0313-6332-9A74-B9E1-2F66F6A773CC}"/>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BA01C5B-5BBF-62F1-E358-704F1DCF0A65}"/>
              </a:ext>
            </a:extLst>
          </p:cNvPr>
          <p:cNvSpPr>
            <a:spLocks noGrp="1"/>
          </p:cNvSpPr>
          <p:nvPr>
            <p:ph type="dt" sz="half" idx="10"/>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3603E664-56AC-138C-14E7-9BC45C3D4921}"/>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
        <p:nvSpPr>
          <p:cNvPr id="10" name="TextBox 9">
            <a:extLst>
              <a:ext uri="{FF2B5EF4-FFF2-40B4-BE49-F238E27FC236}">
                <a16:creationId xmlns:a16="http://schemas.microsoft.com/office/drawing/2014/main" id="{FFA50CAC-4561-97A4-A57C-D2AFD7487DFD}"/>
              </a:ext>
            </a:extLst>
          </p:cNvPr>
          <p:cNvSpPr txBox="1"/>
          <p:nvPr/>
        </p:nvSpPr>
        <p:spPr>
          <a:xfrm>
            <a:off x="36236" y="550589"/>
            <a:ext cx="5132294" cy="3693319"/>
          </a:xfrm>
          <a:prstGeom prst="rect">
            <a:avLst/>
          </a:prstGeom>
          <a:noFill/>
        </p:spPr>
        <p:txBody>
          <a:bodyPr wrap="square">
            <a:spAutoFit/>
          </a:bodyPr>
          <a:lstStyle/>
          <a:p>
            <a:pPr marL="742950" lvl="1" indent="-285750">
              <a:buFont typeface="Arial" panose="020B0604020202020204" pitchFamily="34" charset="0"/>
              <a:buChar char="•"/>
            </a:pPr>
            <a:r>
              <a:rPr lang="en-US" dirty="0">
                <a:solidFill>
                  <a:srgbClr val="1F2328"/>
                </a:solidFill>
                <a:latin typeface="-apple-system"/>
              </a:rPr>
              <a:t>Explored tools (</a:t>
            </a:r>
            <a:r>
              <a:rPr lang="en-US" dirty="0" err="1">
                <a:solidFill>
                  <a:srgbClr val="1F2328"/>
                </a:solidFill>
                <a:latin typeface="-apple-system"/>
              </a:rPr>
              <a:t>LabelImg</a:t>
            </a:r>
            <a:r>
              <a:rPr lang="en-US" dirty="0">
                <a:solidFill>
                  <a:srgbClr val="1F2328"/>
                </a:solidFill>
                <a:latin typeface="-apple-system"/>
              </a:rPr>
              <a:t>, Copilot-assisted tools) but they were not adequate for our grid‑cell tagging needs.</a:t>
            </a:r>
          </a:p>
          <a:p>
            <a:pPr marL="742950" lvl="1" indent="-285750">
              <a:buFont typeface="Arial" panose="020B0604020202020204" pitchFamily="34" charset="0"/>
              <a:buChar char="•"/>
            </a:pPr>
            <a:endParaRPr lang="en-US" dirty="0">
              <a:solidFill>
                <a:srgbClr val="1F2328"/>
              </a:solidFill>
              <a:latin typeface="-apple-system"/>
            </a:endParaRPr>
          </a:p>
          <a:p>
            <a:pPr marL="742950" lvl="1" indent="-285750">
              <a:buFont typeface="Arial" panose="020B0604020202020204" pitchFamily="34" charset="0"/>
              <a:buChar char="•"/>
            </a:pPr>
            <a:r>
              <a:rPr lang="en-US" dirty="0">
                <a:solidFill>
                  <a:srgbClr val="1F2328"/>
                </a:solidFill>
                <a:latin typeface="-apple-system"/>
              </a:rPr>
              <a:t>Reused existing utility which was created by our peers and extended it as custom annotation utility to perform manual per‑cell tagging.</a:t>
            </a:r>
          </a:p>
          <a:p>
            <a:pPr marL="742950" lvl="1" indent="-285750">
              <a:buFont typeface="Arial" panose="020B0604020202020204" pitchFamily="34" charset="0"/>
              <a:buChar char="•"/>
            </a:pPr>
            <a:endParaRPr lang="en-US" dirty="0">
              <a:solidFill>
                <a:srgbClr val="1F2328"/>
              </a:solidFill>
              <a:latin typeface="-apple-system"/>
            </a:endParaRPr>
          </a:p>
          <a:p>
            <a:pPr marL="742950" lvl="1" indent="-285750">
              <a:buFont typeface="Arial" panose="020B0604020202020204" pitchFamily="34" charset="0"/>
              <a:buChar char="•"/>
            </a:pPr>
            <a:r>
              <a:rPr lang="en-US" dirty="0">
                <a:solidFill>
                  <a:srgbClr val="1F2328"/>
                </a:solidFill>
                <a:latin typeface="-apple-system"/>
              </a:rPr>
              <a:t>Utility produces one annotation text file per image (compatible with our use case).</a:t>
            </a:r>
          </a:p>
          <a:p>
            <a:pPr>
              <a:buNone/>
            </a:pPr>
            <a:br>
              <a:rPr lang="en-US" dirty="0"/>
            </a:br>
            <a:r>
              <a:rPr lang="en-US" dirty="0"/>
              <a:t>	</a:t>
            </a:r>
            <a:endParaRPr lang="en-IN" dirty="0"/>
          </a:p>
        </p:txBody>
      </p:sp>
      <p:pic>
        <p:nvPicPr>
          <p:cNvPr id="9" name="Picture 8">
            <a:extLst>
              <a:ext uri="{FF2B5EF4-FFF2-40B4-BE49-F238E27FC236}">
                <a16:creationId xmlns:a16="http://schemas.microsoft.com/office/drawing/2014/main" id="{3B477102-DEE9-07FA-6CB4-336A2509767F}"/>
              </a:ext>
            </a:extLst>
          </p:cNvPr>
          <p:cNvPicPr>
            <a:picLocks noChangeAspect="1"/>
          </p:cNvPicPr>
          <p:nvPr/>
        </p:nvPicPr>
        <p:blipFill>
          <a:blip r:embed="rId3"/>
          <a:stretch>
            <a:fillRect/>
          </a:stretch>
        </p:blipFill>
        <p:spPr>
          <a:xfrm>
            <a:off x="5763355" y="921382"/>
            <a:ext cx="6433617" cy="5943600"/>
          </a:xfrm>
          <a:prstGeom prst="rect">
            <a:avLst/>
          </a:prstGeom>
        </p:spPr>
      </p:pic>
      <p:pic>
        <p:nvPicPr>
          <p:cNvPr id="13" name="Picture 12">
            <a:extLst>
              <a:ext uri="{FF2B5EF4-FFF2-40B4-BE49-F238E27FC236}">
                <a16:creationId xmlns:a16="http://schemas.microsoft.com/office/drawing/2014/main" id="{7E1F70D4-C5F7-D2E2-F4D9-D2538B972A62}"/>
              </a:ext>
            </a:extLst>
          </p:cNvPr>
          <p:cNvPicPr>
            <a:picLocks noChangeAspect="1"/>
          </p:cNvPicPr>
          <p:nvPr/>
        </p:nvPicPr>
        <p:blipFill>
          <a:blip r:embed="rId4"/>
          <a:stretch>
            <a:fillRect/>
          </a:stretch>
        </p:blipFill>
        <p:spPr>
          <a:xfrm>
            <a:off x="457200" y="4302773"/>
            <a:ext cx="5229955" cy="2429214"/>
          </a:xfrm>
          <a:prstGeom prst="rect">
            <a:avLst/>
          </a:prstGeom>
        </p:spPr>
      </p:pic>
      <p:sp>
        <p:nvSpPr>
          <p:cNvPr id="15" name="TextBox 14">
            <a:extLst>
              <a:ext uri="{FF2B5EF4-FFF2-40B4-BE49-F238E27FC236}">
                <a16:creationId xmlns:a16="http://schemas.microsoft.com/office/drawing/2014/main" id="{083652FA-43B7-6911-17B6-30093206E209}"/>
              </a:ext>
            </a:extLst>
          </p:cNvPr>
          <p:cNvSpPr txBox="1"/>
          <p:nvPr/>
        </p:nvSpPr>
        <p:spPr>
          <a:xfrm>
            <a:off x="457200" y="3815712"/>
            <a:ext cx="4430180" cy="369332"/>
          </a:xfrm>
          <a:prstGeom prst="rect">
            <a:avLst/>
          </a:prstGeom>
          <a:noFill/>
        </p:spPr>
        <p:txBody>
          <a:bodyPr wrap="square">
            <a:spAutoFit/>
          </a:bodyPr>
          <a:lstStyle/>
          <a:p>
            <a:r>
              <a:rPr lang="en-US" dirty="0">
                <a:latin typeface="+mj-lt"/>
                <a:ea typeface="+mj-ea"/>
                <a:cs typeface="Biome" panose="020B0503030204020804" pitchFamily="34" charset="0"/>
              </a:rPr>
              <a:t>Annotation</a:t>
            </a:r>
            <a:r>
              <a:rPr lang="en-US" dirty="0"/>
              <a:t> </a:t>
            </a:r>
            <a:r>
              <a:rPr lang="en-US" dirty="0">
                <a:latin typeface="+mj-lt"/>
                <a:ea typeface="+mj-ea"/>
                <a:cs typeface="Biome" panose="020B0503030204020804" pitchFamily="34" charset="0"/>
              </a:rPr>
              <a:t>Output</a:t>
            </a:r>
            <a:endParaRPr lang="en-IN" dirty="0">
              <a:latin typeface="+mj-lt"/>
              <a:ea typeface="+mj-ea"/>
              <a:cs typeface="Biome" panose="020B0503030204020804" pitchFamily="34" charset="0"/>
            </a:endParaRPr>
          </a:p>
        </p:txBody>
      </p:sp>
      <p:sp>
        <p:nvSpPr>
          <p:cNvPr id="17" name="TextBox 16">
            <a:extLst>
              <a:ext uri="{FF2B5EF4-FFF2-40B4-BE49-F238E27FC236}">
                <a16:creationId xmlns:a16="http://schemas.microsoft.com/office/drawing/2014/main" id="{CECE2ED0-B216-15B9-8F47-CB501A04A518}"/>
              </a:ext>
            </a:extLst>
          </p:cNvPr>
          <p:cNvSpPr txBox="1"/>
          <p:nvPr/>
        </p:nvSpPr>
        <p:spPr>
          <a:xfrm>
            <a:off x="6096000" y="426488"/>
            <a:ext cx="3403942" cy="369332"/>
          </a:xfrm>
          <a:prstGeom prst="rect">
            <a:avLst/>
          </a:prstGeom>
          <a:noFill/>
        </p:spPr>
        <p:txBody>
          <a:bodyPr wrap="square">
            <a:spAutoFit/>
          </a:bodyPr>
          <a:lstStyle/>
          <a:p>
            <a:r>
              <a:rPr lang="en-US" dirty="0">
                <a:latin typeface="+mj-lt"/>
                <a:ea typeface="+mj-ea"/>
                <a:cs typeface="Biome" panose="020B0503030204020804" pitchFamily="34" charset="0"/>
              </a:rPr>
              <a:t>Annotation Utility</a:t>
            </a:r>
            <a:endParaRPr lang="en-IN" dirty="0">
              <a:latin typeface="+mj-lt"/>
              <a:ea typeface="+mj-ea"/>
              <a:cs typeface="Biome" panose="020B0503030204020804" pitchFamily="34" charset="0"/>
            </a:endParaRPr>
          </a:p>
        </p:txBody>
      </p:sp>
      <p:pic>
        <p:nvPicPr>
          <p:cNvPr id="7" name="Picture 6">
            <a:extLst>
              <a:ext uri="{FF2B5EF4-FFF2-40B4-BE49-F238E27FC236}">
                <a16:creationId xmlns:a16="http://schemas.microsoft.com/office/drawing/2014/main" id="{59D0A746-881A-E868-766C-B7A0903A824B}"/>
              </a:ext>
            </a:extLst>
          </p:cNvPr>
          <p:cNvPicPr>
            <a:picLocks noChangeAspect="1"/>
          </p:cNvPicPr>
          <p:nvPr/>
        </p:nvPicPr>
        <p:blipFill>
          <a:blip r:embed="rId5"/>
          <a:stretch>
            <a:fillRect/>
          </a:stretch>
        </p:blipFill>
        <p:spPr>
          <a:xfrm>
            <a:off x="9680331" y="0"/>
            <a:ext cx="2511669" cy="899611"/>
          </a:xfrm>
          <a:prstGeom prst="rect">
            <a:avLst/>
          </a:prstGeom>
        </p:spPr>
      </p:pic>
    </p:spTree>
    <p:extLst>
      <p:ext uri="{BB962C8B-B14F-4D97-AF65-F5344CB8AC3E}">
        <p14:creationId xmlns:p14="http://schemas.microsoft.com/office/powerpoint/2010/main" val="255827504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9B3B0C0-8108-4A9F-0E0E-444101BDF7A4}"/>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ECF717E1-DBFB-81CF-D8D5-28A3457A41CB}"/>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
        <p:nvSpPr>
          <p:cNvPr id="9" name="Title 1">
            <a:extLst>
              <a:ext uri="{FF2B5EF4-FFF2-40B4-BE49-F238E27FC236}">
                <a16:creationId xmlns:a16="http://schemas.microsoft.com/office/drawing/2014/main" id="{841FD00D-073D-8262-E9FF-F160E674A734}"/>
              </a:ext>
            </a:extLst>
          </p:cNvPr>
          <p:cNvSpPr>
            <a:spLocks noGrp="1"/>
          </p:cNvSpPr>
          <p:nvPr>
            <p:ph type="title"/>
          </p:nvPr>
        </p:nvSpPr>
        <p:spPr>
          <a:xfrm>
            <a:off x="374902" y="243600"/>
            <a:ext cx="11429999" cy="755965"/>
          </a:xfrm>
        </p:spPr>
        <p:txBody>
          <a:bodyPr anchor="t">
            <a:normAutofit fontScale="90000"/>
          </a:bodyPr>
          <a:lstStyle/>
          <a:p>
            <a:r>
              <a:rPr lang="en-US" sz="3100" dirty="0">
                <a:solidFill>
                  <a:srgbClr val="00B0F0"/>
                </a:solidFill>
              </a:rPr>
              <a:t>Checking Data Imbalance on Labels</a:t>
            </a:r>
            <a:br>
              <a:rPr lang="en-US" dirty="0">
                <a:solidFill>
                  <a:srgbClr val="5DACFC"/>
                </a:solidFill>
              </a:rPr>
            </a:br>
            <a:br>
              <a:rPr lang="en-US" dirty="0">
                <a:solidFill>
                  <a:srgbClr val="5DACFC"/>
                </a:solidFill>
              </a:rPr>
            </a:br>
            <a:br>
              <a:rPr lang="en-US" dirty="0">
                <a:solidFill>
                  <a:srgbClr val="5DACFC"/>
                </a:solidFill>
              </a:rPr>
            </a:br>
            <a:r>
              <a:rPr lang="en-US" sz="2000" dirty="0">
                <a:solidFill>
                  <a:srgbClr val="1F2328"/>
                </a:solidFill>
                <a:latin typeface="-apple-system"/>
                <a:ea typeface="+mn-ea"/>
                <a:cs typeface="+mn-cs"/>
              </a:rPr>
              <a:t>We Checked Data imbalances post adding labels to each cells </a:t>
            </a:r>
          </a:p>
        </p:txBody>
      </p:sp>
      <p:pic>
        <p:nvPicPr>
          <p:cNvPr id="11" name="Picture 10">
            <a:extLst>
              <a:ext uri="{FF2B5EF4-FFF2-40B4-BE49-F238E27FC236}">
                <a16:creationId xmlns:a16="http://schemas.microsoft.com/office/drawing/2014/main" id="{75AD6299-4E13-C0A4-E48E-69215B0E3131}"/>
              </a:ext>
            </a:extLst>
          </p:cNvPr>
          <p:cNvPicPr>
            <a:picLocks noChangeAspect="1"/>
          </p:cNvPicPr>
          <p:nvPr/>
        </p:nvPicPr>
        <p:blipFill>
          <a:blip r:embed="rId3"/>
          <a:stretch>
            <a:fillRect/>
          </a:stretch>
        </p:blipFill>
        <p:spPr>
          <a:xfrm>
            <a:off x="0" y="1938017"/>
            <a:ext cx="12003101" cy="4676383"/>
          </a:xfrm>
          <a:prstGeom prst="rect">
            <a:avLst/>
          </a:prstGeom>
        </p:spPr>
      </p:pic>
      <p:pic>
        <p:nvPicPr>
          <p:cNvPr id="3" name="Picture 2">
            <a:extLst>
              <a:ext uri="{FF2B5EF4-FFF2-40B4-BE49-F238E27FC236}">
                <a16:creationId xmlns:a16="http://schemas.microsoft.com/office/drawing/2014/main" id="{3D79031C-B968-17E4-4EE8-6836EB02DA4D}"/>
              </a:ext>
            </a:extLst>
          </p:cNvPr>
          <p:cNvPicPr>
            <a:picLocks noChangeAspect="1"/>
          </p:cNvPicPr>
          <p:nvPr/>
        </p:nvPicPr>
        <p:blipFill>
          <a:blip r:embed="rId4"/>
          <a:stretch>
            <a:fillRect/>
          </a:stretch>
        </p:blipFill>
        <p:spPr>
          <a:xfrm>
            <a:off x="9668828" y="0"/>
            <a:ext cx="2523171" cy="905606"/>
          </a:xfrm>
          <a:prstGeom prst="rect">
            <a:avLst/>
          </a:prstGeom>
        </p:spPr>
      </p:pic>
    </p:spTree>
    <p:extLst>
      <p:ext uri="{BB962C8B-B14F-4D97-AF65-F5344CB8AC3E}">
        <p14:creationId xmlns:p14="http://schemas.microsoft.com/office/powerpoint/2010/main" val="316242895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88524-FEF8-FEB3-7F65-4284AD6F89EC}"/>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0408727-3C08-7F4C-6148-D8300CDC4BB0}"/>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7EB6D2C8-E5A2-5FFF-1ABA-3DD8C08F36BF}"/>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
        <p:nvSpPr>
          <p:cNvPr id="12" name="TextBox 11">
            <a:extLst>
              <a:ext uri="{FF2B5EF4-FFF2-40B4-BE49-F238E27FC236}">
                <a16:creationId xmlns:a16="http://schemas.microsoft.com/office/drawing/2014/main" id="{F187AD42-E922-56A5-9A79-DD8748DC1F87}"/>
              </a:ext>
            </a:extLst>
          </p:cNvPr>
          <p:cNvSpPr txBox="1"/>
          <p:nvPr/>
        </p:nvSpPr>
        <p:spPr>
          <a:xfrm>
            <a:off x="347882" y="-8665"/>
            <a:ext cx="5710517" cy="2354491"/>
          </a:xfrm>
          <a:prstGeom prst="rect">
            <a:avLst/>
          </a:prstGeom>
          <a:noFill/>
        </p:spPr>
        <p:txBody>
          <a:bodyPr wrap="square">
            <a:spAutoFit/>
          </a:bodyPr>
          <a:lstStyle/>
          <a:p>
            <a:pPr algn="l">
              <a:spcAft>
                <a:spcPts val="1200"/>
              </a:spcAft>
              <a:buNone/>
            </a:pPr>
            <a:r>
              <a:rPr lang="en-US" sz="2700" dirty="0">
                <a:solidFill>
                  <a:srgbClr val="00B0F0"/>
                </a:solidFill>
                <a:latin typeface="+mj-lt"/>
                <a:ea typeface="+mj-ea"/>
                <a:cs typeface="Biome" panose="020B0503030204020804" pitchFamily="34" charset="0"/>
              </a:rPr>
              <a:t>Feature Engineering </a:t>
            </a:r>
          </a:p>
          <a:p>
            <a:pPr algn="l">
              <a:spcAft>
                <a:spcPts val="1200"/>
              </a:spcAft>
              <a:buFont typeface="Arial" panose="020B0604020202020204" pitchFamily="34" charset="0"/>
              <a:buChar char="•"/>
            </a:pPr>
            <a:r>
              <a:rPr lang="en-US" b="0" i="0" dirty="0">
                <a:solidFill>
                  <a:srgbClr val="1F2328"/>
                </a:solidFill>
                <a:effectLst/>
                <a:latin typeface="-apple-system"/>
              </a:rPr>
              <a:t>Handcrafted features extracted per grid cell:</a:t>
            </a:r>
          </a:p>
          <a:p>
            <a:pPr marL="742950" lvl="1" indent="-285750" algn="l">
              <a:spcAft>
                <a:spcPts val="1200"/>
              </a:spcAft>
              <a:buFont typeface="Arial" panose="020B0604020202020204" pitchFamily="34" charset="0"/>
              <a:buChar char="•"/>
            </a:pPr>
            <a:r>
              <a:rPr lang="en-US" b="0" i="0" dirty="0">
                <a:solidFill>
                  <a:srgbClr val="1F2328"/>
                </a:solidFill>
                <a:effectLst/>
                <a:latin typeface="-apple-system"/>
              </a:rPr>
              <a:t>HOG (Histogram of Oriented Gradients) for shape/edge cues</a:t>
            </a:r>
          </a:p>
          <a:p>
            <a:pPr marL="742950" lvl="1" indent="-285750" algn="l">
              <a:spcAft>
                <a:spcPts val="1200"/>
              </a:spcAft>
              <a:buFont typeface="Arial" panose="020B0604020202020204" pitchFamily="34" charset="0"/>
              <a:buChar char="•"/>
            </a:pPr>
            <a:r>
              <a:rPr lang="en-US" b="0" i="0" dirty="0">
                <a:solidFill>
                  <a:srgbClr val="1F2328"/>
                </a:solidFill>
                <a:effectLst/>
                <a:latin typeface="-apple-system"/>
              </a:rPr>
              <a:t>Grayscale intensity &amp; summary statistics for appearance</a:t>
            </a:r>
          </a:p>
        </p:txBody>
      </p:sp>
      <p:pic>
        <p:nvPicPr>
          <p:cNvPr id="14" name="Picture 13">
            <a:extLst>
              <a:ext uri="{FF2B5EF4-FFF2-40B4-BE49-F238E27FC236}">
                <a16:creationId xmlns:a16="http://schemas.microsoft.com/office/drawing/2014/main" id="{37D9682C-1410-76FC-97B6-5E3AF1E62D25}"/>
              </a:ext>
            </a:extLst>
          </p:cNvPr>
          <p:cNvPicPr>
            <a:picLocks noChangeAspect="1"/>
          </p:cNvPicPr>
          <p:nvPr/>
        </p:nvPicPr>
        <p:blipFill>
          <a:blip r:embed="rId3"/>
          <a:stretch>
            <a:fillRect/>
          </a:stretch>
        </p:blipFill>
        <p:spPr>
          <a:xfrm>
            <a:off x="590287" y="5097402"/>
            <a:ext cx="4423548" cy="1731022"/>
          </a:xfrm>
          <a:prstGeom prst="rect">
            <a:avLst/>
          </a:prstGeom>
        </p:spPr>
      </p:pic>
      <p:pic>
        <p:nvPicPr>
          <p:cNvPr id="16" name="Picture 15">
            <a:extLst>
              <a:ext uri="{FF2B5EF4-FFF2-40B4-BE49-F238E27FC236}">
                <a16:creationId xmlns:a16="http://schemas.microsoft.com/office/drawing/2014/main" id="{0E228B2C-62AF-A4C8-97B6-B35349E41F45}"/>
              </a:ext>
            </a:extLst>
          </p:cNvPr>
          <p:cNvPicPr>
            <a:picLocks noChangeAspect="1"/>
          </p:cNvPicPr>
          <p:nvPr/>
        </p:nvPicPr>
        <p:blipFill>
          <a:blip r:embed="rId4"/>
          <a:stretch>
            <a:fillRect/>
          </a:stretch>
        </p:blipFill>
        <p:spPr>
          <a:xfrm>
            <a:off x="589752" y="2390350"/>
            <a:ext cx="4424082" cy="2662528"/>
          </a:xfrm>
          <a:prstGeom prst="rect">
            <a:avLst/>
          </a:prstGeom>
        </p:spPr>
      </p:pic>
      <p:pic>
        <p:nvPicPr>
          <p:cNvPr id="7" name="Picture 6">
            <a:extLst>
              <a:ext uri="{FF2B5EF4-FFF2-40B4-BE49-F238E27FC236}">
                <a16:creationId xmlns:a16="http://schemas.microsoft.com/office/drawing/2014/main" id="{9C054A0A-3C69-2A85-762A-21766D25B10D}"/>
              </a:ext>
            </a:extLst>
          </p:cNvPr>
          <p:cNvPicPr>
            <a:picLocks noChangeAspect="1"/>
          </p:cNvPicPr>
          <p:nvPr/>
        </p:nvPicPr>
        <p:blipFill>
          <a:blip r:embed="rId5"/>
          <a:stretch>
            <a:fillRect/>
          </a:stretch>
        </p:blipFill>
        <p:spPr>
          <a:xfrm>
            <a:off x="6136685" y="1072838"/>
            <a:ext cx="5468113" cy="2545976"/>
          </a:xfrm>
          <a:prstGeom prst="rect">
            <a:avLst/>
          </a:prstGeom>
        </p:spPr>
      </p:pic>
      <p:pic>
        <p:nvPicPr>
          <p:cNvPr id="9" name="Picture 8">
            <a:extLst>
              <a:ext uri="{FF2B5EF4-FFF2-40B4-BE49-F238E27FC236}">
                <a16:creationId xmlns:a16="http://schemas.microsoft.com/office/drawing/2014/main" id="{79FFE25F-33DE-253E-7BD1-EE03F233C93A}"/>
              </a:ext>
            </a:extLst>
          </p:cNvPr>
          <p:cNvPicPr>
            <a:picLocks noChangeAspect="1"/>
          </p:cNvPicPr>
          <p:nvPr/>
        </p:nvPicPr>
        <p:blipFill>
          <a:blip r:embed="rId6"/>
          <a:stretch>
            <a:fillRect/>
          </a:stretch>
        </p:blipFill>
        <p:spPr>
          <a:xfrm>
            <a:off x="6096000" y="3877235"/>
            <a:ext cx="5453612" cy="2828365"/>
          </a:xfrm>
          <a:prstGeom prst="rect">
            <a:avLst/>
          </a:prstGeom>
        </p:spPr>
      </p:pic>
      <p:pic>
        <p:nvPicPr>
          <p:cNvPr id="11" name="Picture 10">
            <a:extLst>
              <a:ext uri="{FF2B5EF4-FFF2-40B4-BE49-F238E27FC236}">
                <a16:creationId xmlns:a16="http://schemas.microsoft.com/office/drawing/2014/main" id="{B67678D5-CB37-4553-9BE1-6FC8013CA124}"/>
              </a:ext>
            </a:extLst>
          </p:cNvPr>
          <p:cNvPicPr>
            <a:picLocks noChangeAspect="1"/>
          </p:cNvPicPr>
          <p:nvPr/>
        </p:nvPicPr>
        <p:blipFill>
          <a:blip r:embed="rId7"/>
          <a:stretch>
            <a:fillRect/>
          </a:stretch>
        </p:blipFill>
        <p:spPr>
          <a:xfrm>
            <a:off x="9777046" y="44408"/>
            <a:ext cx="2414954" cy="905606"/>
          </a:xfrm>
          <a:prstGeom prst="rect">
            <a:avLst/>
          </a:prstGeom>
        </p:spPr>
      </p:pic>
    </p:spTree>
    <p:extLst>
      <p:ext uri="{BB962C8B-B14F-4D97-AF65-F5344CB8AC3E}">
        <p14:creationId xmlns:p14="http://schemas.microsoft.com/office/powerpoint/2010/main" val="302717371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405D6-3F5D-E6AB-8F4A-C2DE88F262F3}"/>
              </a:ext>
            </a:extLst>
          </p:cNvPr>
          <p:cNvSpPr>
            <a:spLocks noGrp="1"/>
          </p:cNvSpPr>
          <p:nvPr>
            <p:ph type="title"/>
          </p:nvPr>
        </p:nvSpPr>
        <p:spPr>
          <a:xfrm>
            <a:off x="667954" y="352417"/>
            <a:ext cx="11610976" cy="692203"/>
          </a:xfrm>
        </p:spPr>
        <p:txBody>
          <a:bodyPr anchor="t">
            <a:normAutofit fontScale="90000"/>
          </a:bodyPr>
          <a:lstStyle/>
          <a:p>
            <a:r>
              <a:rPr lang="en-US" dirty="0">
                <a:solidFill>
                  <a:srgbClr val="00B0F0"/>
                </a:solidFill>
              </a:rPr>
              <a:t>Model Training and Evaluation – Random Forest</a:t>
            </a:r>
            <a:br>
              <a:rPr lang="en-US" dirty="0">
                <a:solidFill>
                  <a:srgbClr val="00B0F0"/>
                </a:solidFill>
              </a:rPr>
            </a:br>
            <a:r>
              <a:rPr lang="en-US" dirty="0">
                <a:solidFill>
                  <a:srgbClr val="00B0F0"/>
                </a:solidFill>
              </a:rPr>
              <a:t> And KNN</a:t>
            </a:r>
          </a:p>
        </p:txBody>
      </p:sp>
      <p:sp>
        <p:nvSpPr>
          <p:cNvPr id="4" name="Footer Placeholder 3">
            <a:extLst>
              <a:ext uri="{FF2B5EF4-FFF2-40B4-BE49-F238E27FC236}">
                <a16:creationId xmlns:a16="http://schemas.microsoft.com/office/drawing/2014/main" id="{7BC6B06D-8F80-434A-84D6-02511BF1C072}"/>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D406BFC-40E8-F728-3C49-1664B9DA3E8C}"/>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17F2D644-1278-A782-C9C5-4035073A4A7D}"/>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graphicFrame>
        <p:nvGraphicFramePr>
          <p:cNvPr id="21" name="Table 20">
            <a:extLst>
              <a:ext uri="{FF2B5EF4-FFF2-40B4-BE49-F238E27FC236}">
                <a16:creationId xmlns:a16="http://schemas.microsoft.com/office/drawing/2014/main" id="{485C728B-00B5-6F51-E9A5-CA2B99A117DD}"/>
              </a:ext>
            </a:extLst>
          </p:cNvPr>
          <p:cNvGraphicFramePr>
            <a:graphicFrameLocks noGrp="1"/>
          </p:cNvGraphicFramePr>
          <p:nvPr>
            <p:extLst>
              <p:ext uri="{D42A27DB-BD31-4B8C-83A1-F6EECF244321}">
                <p14:modId xmlns:p14="http://schemas.microsoft.com/office/powerpoint/2010/main" val="3940009097"/>
              </p:ext>
            </p:extLst>
          </p:nvPr>
        </p:nvGraphicFramePr>
        <p:xfrm>
          <a:off x="667954" y="1409745"/>
          <a:ext cx="9312184" cy="4937312"/>
        </p:xfrm>
        <a:graphic>
          <a:graphicData uri="http://schemas.openxmlformats.org/drawingml/2006/table">
            <a:tbl>
              <a:tblPr>
                <a:effectLst>
                  <a:outerShdw blurRad="50800" dist="38100" dir="2700000" algn="tl" rotWithShape="0">
                    <a:prstClr val="black">
                      <a:alpha val="40000"/>
                    </a:prstClr>
                  </a:outerShdw>
                </a:effectLst>
              </a:tblPr>
              <a:tblGrid>
                <a:gridCol w="1330312">
                  <a:extLst>
                    <a:ext uri="{9D8B030D-6E8A-4147-A177-3AD203B41FA5}">
                      <a16:colId xmlns:a16="http://schemas.microsoft.com/office/drawing/2014/main" val="3745787776"/>
                    </a:ext>
                  </a:extLst>
                </a:gridCol>
                <a:gridCol w="1068751">
                  <a:extLst>
                    <a:ext uri="{9D8B030D-6E8A-4147-A177-3AD203B41FA5}">
                      <a16:colId xmlns:a16="http://schemas.microsoft.com/office/drawing/2014/main" val="315781235"/>
                    </a:ext>
                  </a:extLst>
                </a:gridCol>
                <a:gridCol w="1258806">
                  <a:extLst>
                    <a:ext uri="{9D8B030D-6E8A-4147-A177-3AD203B41FA5}">
                      <a16:colId xmlns:a16="http://schemas.microsoft.com/office/drawing/2014/main" val="3718985804"/>
                    </a:ext>
                  </a:extLst>
                </a:gridCol>
                <a:gridCol w="1258806">
                  <a:extLst>
                    <a:ext uri="{9D8B030D-6E8A-4147-A177-3AD203B41FA5}">
                      <a16:colId xmlns:a16="http://schemas.microsoft.com/office/drawing/2014/main" val="406499367"/>
                    </a:ext>
                  </a:extLst>
                </a:gridCol>
                <a:gridCol w="1155627">
                  <a:extLst>
                    <a:ext uri="{9D8B030D-6E8A-4147-A177-3AD203B41FA5}">
                      <a16:colId xmlns:a16="http://schemas.microsoft.com/office/drawing/2014/main" val="4214259754"/>
                    </a:ext>
                  </a:extLst>
                </a:gridCol>
                <a:gridCol w="1269126">
                  <a:extLst>
                    <a:ext uri="{9D8B030D-6E8A-4147-A177-3AD203B41FA5}">
                      <a16:colId xmlns:a16="http://schemas.microsoft.com/office/drawing/2014/main" val="3929732295"/>
                    </a:ext>
                  </a:extLst>
                </a:gridCol>
                <a:gridCol w="1970756">
                  <a:extLst>
                    <a:ext uri="{9D8B030D-6E8A-4147-A177-3AD203B41FA5}">
                      <a16:colId xmlns:a16="http://schemas.microsoft.com/office/drawing/2014/main" val="3886608585"/>
                    </a:ext>
                  </a:extLst>
                </a:gridCol>
              </a:tblGrid>
              <a:tr h="1417716">
                <a:tc>
                  <a:txBody>
                    <a:bodyPr/>
                    <a:lstStyle/>
                    <a:p>
                      <a:pPr>
                        <a:buNone/>
                      </a:pPr>
                      <a:r>
                        <a:rPr lang="en-IN" sz="1700" b="1" dirty="0">
                          <a:effectLst/>
                        </a:rPr>
                        <a:t>Class</a:t>
                      </a:r>
                    </a:p>
                  </a:txBody>
                  <a:tcPr marL="52874" marR="52874" marT="35250" marB="35250" anchor="ctr">
                    <a:lnL w="9525" cap="flat" cmpd="sng" algn="ctr">
                      <a:solidFill>
                        <a:srgbClr val="004509"/>
                      </a:solidFill>
                      <a:prstDash val="solid"/>
                      <a:round/>
                      <a:headEnd type="none" w="med" len="med"/>
                      <a:tailEnd type="none" w="med" len="med"/>
                    </a:lnL>
                    <a:lnR w="9525" cap="flat" cmpd="sng" algn="ctr">
                      <a:solidFill>
                        <a:srgbClr val="304B09"/>
                      </a:solidFill>
                      <a:prstDash val="solid"/>
                      <a:round/>
                      <a:headEnd type="none" w="med" len="med"/>
                      <a:tailEnd type="none" w="med" len="med"/>
                    </a:lnR>
                    <a:lnT w="9525" cap="flat" cmpd="sng" algn="ctr">
                      <a:solidFill>
                        <a:srgbClr val="004509"/>
                      </a:solidFill>
                      <a:prstDash val="solid"/>
                      <a:round/>
                      <a:headEnd type="none" w="med" len="med"/>
                      <a:tailEnd type="none" w="med" len="med"/>
                    </a:lnT>
                    <a:lnB w="9525" cap="flat" cmpd="sng" algn="ctr">
                      <a:solidFill>
                        <a:srgbClr val="A05009"/>
                      </a:solidFill>
                      <a:prstDash val="solid"/>
                      <a:round/>
                      <a:headEnd type="none" w="med" len="med"/>
                      <a:tailEnd type="none" w="med" len="med"/>
                    </a:lnB>
                    <a:solidFill>
                      <a:schemeClr val="bg2"/>
                    </a:solidFill>
                  </a:tcPr>
                </a:tc>
                <a:tc>
                  <a:txBody>
                    <a:bodyPr/>
                    <a:lstStyle/>
                    <a:p>
                      <a:pPr>
                        <a:buNone/>
                      </a:pPr>
                      <a:r>
                        <a:rPr lang="en-IN" sz="1700" b="1" dirty="0">
                          <a:effectLst/>
                        </a:rPr>
                        <a:t>RF Precision</a:t>
                      </a:r>
                    </a:p>
                  </a:txBody>
                  <a:tcPr marL="52874" marR="52874" marT="35250" marB="35250" anchor="ctr">
                    <a:lnL w="9525" cap="flat" cmpd="sng" algn="ctr">
                      <a:solidFill>
                        <a:srgbClr val="304B09"/>
                      </a:solidFill>
                      <a:prstDash val="solid"/>
                      <a:round/>
                      <a:headEnd type="none" w="med" len="med"/>
                      <a:tailEnd type="none" w="med" len="med"/>
                    </a:lnL>
                    <a:lnR w="9525" cap="flat" cmpd="sng" algn="ctr">
                      <a:solidFill>
                        <a:srgbClr val="004809"/>
                      </a:solidFill>
                      <a:prstDash val="solid"/>
                      <a:round/>
                      <a:headEnd type="none" w="med" len="med"/>
                      <a:tailEnd type="none" w="med" len="med"/>
                    </a:lnR>
                    <a:lnT w="9525" cap="flat" cmpd="sng" algn="ctr">
                      <a:solidFill>
                        <a:srgbClr val="304B09"/>
                      </a:solidFill>
                      <a:prstDash val="solid"/>
                      <a:round/>
                      <a:headEnd type="none" w="med" len="med"/>
                      <a:tailEnd type="none" w="med" len="med"/>
                    </a:lnT>
                    <a:lnB w="9525" cap="flat" cmpd="sng" algn="ctr">
                      <a:solidFill>
                        <a:srgbClr val="A04D09"/>
                      </a:solidFill>
                      <a:prstDash val="solid"/>
                      <a:round/>
                      <a:headEnd type="none" w="med" len="med"/>
                      <a:tailEnd type="none" w="med" len="med"/>
                    </a:lnB>
                    <a:solidFill>
                      <a:schemeClr val="bg2"/>
                    </a:solidFill>
                  </a:tcPr>
                </a:tc>
                <a:tc>
                  <a:txBody>
                    <a:bodyPr/>
                    <a:lstStyle/>
                    <a:p>
                      <a:pPr>
                        <a:buNone/>
                      </a:pPr>
                      <a:r>
                        <a:rPr lang="en-IN" sz="1700" b="1" dirty="0">
                          <a:effectLst/>
                        </a:rPr>
                        <a:t>KNN Precision</a:t>
                      </a:r>
                    </a:p>
                  </a:txBody>
                  <a:tcPr marL="52874" marR="52874" marT="35250" marB="35250" anchor="ctr">
                    <a:lnL w="9525" cap="flat" cmpd="sng" algn="ctr">
                      <a:solidFill>
                        <a:srgbClr val="004809"/>
                      </a:solidFill>
                      <a:prstDash val="solid"/>
                      <a:round/>
                      <a:headEnd type="none" w="med" len="med"/>
                      <a:tailEnd type="none" w="med" len="med"/>
                    </a:lnL>
                    <a:lnR w="9525" cap="flat" cmpd="sng" algn="ctr">
                      <a:solidFill>
                        <a:srgbClr val="505209"/>
                      </a:solidFill>
                      <a:prstDash val="solid"/>
                      <a:round/>
                      <a:headEnd type="none" w="med" len="med"/>
                      <a:tailEnd type="none" w="med" len="med"/>
                    </a:lnR>
                    <a:lnT w="9525" cap="flat" cmpd="sng" algn="ctr">
                      <a:solidFill>
                        <a:srgbClr val="004809"/>
                      </a:solidFill>
                      <a:prstDash val="solid"/>
                      <a:round/>
                      <a:headEnd type="none" w="med" len="med"/>
                      <a:tailEnd type="none" w="med" len="med"/>
                    </a:lnT>
                    <a:lnB w="9525" cap="flat" cmpd="sng" algn="ctr">
                      <a:solidFill>
                        <a:srgbClr val="C05A09"/>
                      </a:solidFill>
                      <a:prstDash val="solid"/>
                      <a:round/>
                      <a:headEnd type="none" w="med" len="med"/>
                      <a:tailEnd type="none" w="med" len="med"/>
                    </a:lnB>
                    <a:solidFill>
                      <a:schemeClr val="bg2"/>
                    </a:solidFill>
                  </a:tcPr>
                </a:tc>
                <a:tc>
                  <a:txBody>
                    <a:bodyPr/>
                    <a:lstStyle/>
                    <a:p>
                      <a:pPr>
                        <a:buNone/>
                      </a:pPr>
                      <a:r>
                        <a:rPr lang="en-IN" sz="1700" b="1" dirty="0">
                          <a:effectLst/>
                        </a:rPr>
                        <a:t>RF Recall</a:t>
                      </a:r>
                    </a:p>
                  </a:txBody>
                  <a:tcPr marL="52874" marR="52874" marT="35250" marB="35250" anchor="ctr">
                    <a:lnL w="9525" cap="flat" cmpd="sng" algn="ctr">
                      <a:solidFill>
                        <a:srgbClr val="505209"/>
                      </a:solidFill>
                      <a:prstDash val="solid"/>
                      <a:round/>
                      <a:headEnd type="none" w="med" len="med"/>
                      <a:tailEnd type="none" w="med" len="med"/>
                    </a:lnL>
                    <a:lnR w="9525" cap="flat" cmpd="sng" algn="ctr">
                      <a:solidFill>
                        <a:srgbClr val="A05309"/>
                      </a:solidFill>
                      <a:prstDash val="solid"/>
                      <a:round/>
                      <a:headEnd type="none" w="med" len="med"/>
                      <a:tailEnd type="none" w="med" len="med"/>
                    </a:lnR>
                    <a:lnT w="9525" cap="flat" cmpd="sng" algn="ctr">
                      <a:solidFill>
                        <a:srgbClr val="505209"/>
                      </a:solidFill>
                      <a:prstDash val="solid"/>
                      <a:round/>
                      <a:headEnd type="none" w="med" len="med"/>
                      <a:tailEnd type="none" w="med" len="med"/>
                    </a:lnT>
                    <a:lnB w="9525" cap="flat" cmpd="sng" algn="ctr">
                      <a:solidFill>
                        <a:srgbClr val="B05B09"/>
                      </a:solidFill>
                      <a:prstDash val="solid"/>
                      <a:round/>
                      <a:headEnd type="none" w="med" len="med"/>
                      <a:tailEnd type="none" w="med" len="med"/>
                    </a:lnB>
                    <a:solidFill>
                      <a:schemeClr val="bg2"/>
                    </a:solidFill>
                  </a:tcPr>
                </a:tc>
                <a:tc>
                  <a:txBody>
                    <a:bodyPr/>
                    <a:lstStyle/>
                    <a:p>
                      <a:pPr>
                        <a:buNone/>
                      </a:pPr>
                      <a:r>
                        <a:rPr lang="en-IN" sz="1700" b="1" dirty="0">
                          <a:effectLst/>
                        </a:rPr>
                        <a:t>KNN Recall</a:t>
                      </a:r>
                    </a:p>
                  </a:txBody>
                  <a:tcPr marL="52874" marR="52874" marT="35250" marB="35250" anchor="ctr">
                    <a:lnL w="9525" cap="flat" cmpd="sng" algn="ctr">
                      <a:solidFill>
                        <a:srgbClr val="A05309"/>
                      </a:solidFill>
                      <a:prstDash val="solid"/>
                      <a:round/>
                      <a:headEnd type="none" w="med" len="med"/>
                      <a:tailEnd type="none" w="med" len="med"/>
                    </a:lnL>
                    <a:lnR w="9525" cap="flat" cmpd="sng" algn="ctr">
                      <a:solidFill>
                        <a:srgbClr val="605109"/>
                      </a:solidFill>
                      <a:prstDash val="solid"/>
                      <a:round/>
                      <a:headEnd type="none" w="med" len="med"/>
                      <a:tailEnd type="none" w="med" len="med"/>
                    </a:lnR>
                    <a:lnT w="9525" cap="flat" cmpd="sng" algn="ctr">
                      <a:solidFill>
                        <a:srgbClr val="A05309"/>
                      </a:solidFill>
                      <a:prstDash val="solid"/>
                      <a:round/>
                      <a:headEnd type="none" w="med" len="med"/>
                      <a:tailEnd type="none" w="med" len="med"/>
                    </a:lnT>
                    <a:lnB w="9525" cap="flat" cmpd="sng" algn="ctr">
                      <a:solidFill>
                        <a:srgbClr val="905D09"/>
                      </a:solidFill>
                      <a:prstDash val="solid"/>
                      <a:round/>
                      <a:headEnd type="none" w="med" len="med"/>
                      <a:tailEnd type="none" w="med" len="med"/>
                    </a:lnB>
                    <a:solidFill>
                      <a:schemeClr val="bg2"/>
                    </a:solidFill>
                  </a:tcPr>
                </a:tc>
                <a:tc>
                  <a:txBody>
                    <a:bodyPr/>
                    <a:lstStyle/>
                    <a:p>
                      <a:pPr>
                        <a:buNone/>
                      </a:pPr>
                      <a:r>
                        <a:rPr lang="en-IN" sz="1700" b="1" dirty="0">
                          <a:effectLst/>
                        </a:rPr>
                        <a:t>RF F1-Score</a:t>
                      </a:r>
                    </a:p>
                  </a:txBody>
                  <a:tcPr marL="52874" marR="52874" marT="35250" marB="35250" anchor="ctr">
                    <a:lnL w="9525" cap="flat" cmpd="sng" algn="ctr">
                      <a:solidFill>
                        <a:srgbClr val="605109"/>
                      </a:solidFill>
                      <a:prstDash val="solid"/>
                      <a:round/>
                      <a:headEnd type="none" w="med" len="med"/>
                      <a:tailEnd type="none" w="med" len="med"/>
                    </a:lnL>
                    <a:lnR w="9525" cap="flat" cmpd="sng" algn="ctr">
                      <a:solidFill>
                        <a:srgbClr val="205809"/>
                      </a:solidFill>
                      <a:prstDash val="solid"/>
                      <a:round/>
                      <a:headEnd type="none" w="med" len="med"/>
                      <a:tailEnd type="none" w="med" len="med"/>
                    </a:lnR>
                    <a:lnT w="9525" cap="flat" cmpd="sng" algn="ctr">
                      <a:solidFill>
                        <a:srgbClr val="605109"/>
                      </a:solidFill>
                      <a:prstDash val="solid"/>
                      <a:round/>
                      <a:headEnd type="none" w="med" len="med"/>
                      <a:tailEnd type="none" w="med" len="med"/>
                    </a:lnT>
                    <a:lnB w="9525" cap="flat" cmpd="sng" algn="ctr">
                      <a:solidFill>
                        <a:srgbClr val="206109"/>
                      </a:solidFill>
                      <a:prstDash val="solid"/>
                      <a:round/>
                      <a:headEnd type="none" w="med" len="med"/>
                      <a:tailEnd type="none" w="med" len="med"/>
                    </a:lnB>
                    <a:solidFill>
                      <a:schemeClr val="bg2"/>
                    </a:solidFill>
                  </a:tcPr>
                </a:tc>
                <a:tc>
                  <a:txBody>
                    <a:bodyPr/>
                    <a:lstStyle/>
                    <a:p>
                      <a:pPr>
                        <a:buNone/>
                      </a:pPr>
                      <a:r>
                        <a:rPr lang="en-IN" sz="1700" b="1" dirty="0">
                          <a:effectLst/>
                        </a:rPr>
                        <a:t>KNN F1-Score</a:t>
                      </a:r>
                    </a:p>
                  </a:txBody>
                  <a:tcPr marL="52874" marR="52874" marT="35250" marB="35250" anchor="ctr">
                    <a:lnL w="9525" cap="flat" cmpd="sng" algn="ctr">
                      <a:solidFill>
                        <a:srgbClr val="205809"/>
                      </a:solidFill>
                      <a:prstDash val="solid"/>
                      <a:round/>
                      <a:headEnd type="none" w="med" len="med"/>
                      <a:tailEnd type="none" w="med" len="med"/>
                    </a:lnL>
                    <a:lnR w="9525" cap="flat" cmpd="sng" algn="ctr">
                      <a:solidFill>
                        <a:srgbClr val="205809"/>
                      </a:solidFill>
                      <a:prstDash val="solid"/>
                      <a:round/>
                      <a:headEnd type="none" w="med" len="med"/>
                      <a:tailEnd type="none" w="med" len="med"/>
                    </a:lnR>
                    <a:lnT w="9525" cap="flat" cmpd="sng" algn="ctr">
                      <a:solidFill>
                        <a:srgbClr val="205809"/>
                      </a:solidFill>
                      <a:prstDash val="solid"/>
                      <a:round/>
                      <a:headEnd type="none" w="med" len="med"/>
                      <a:tailEnd type="none" w="med" len="med"/>
                    </a:lnT>
                    <a:lnB w="9525" cap="flat" cmpd="sng" algn="ctr">
                      <a:solidFill>
                        <a:srgbClr val="C05A09"/>
                      </a:solidFill>
                      <a:prstDash val="solid"/>
                      <a:round/>
                      <a:headEnd type="none" w="med" len="med"/>
                      <a:tailEnd type="none" w="med" len="med"/>
                    </a:lnB>
                    <a:solidFill>
                      <a:schemeClr val="bg2"/>
                    </a:solidFill>
                  </a:tcPr>
                </a:tc>
                <a:extLst>
                  <a:ext uri="{0D108BD9-81ED-4DB2-BD59-A6C34878D82A}">
                    <a16:rowId xmlns:a16="http://schemas.microsoft.com/office/drawing/2014/main" val="2746159399"/>
                  </a:ext>
                </a:extLst>
              </a:tr>
              <a:tr h="879899">
                <a:tc>
                  <a:txBody>
                    <a:bodyPr/>
                    <a:lstStyle/>
                    <a:p>
                      <a:pPr>
                        <a:buNone/>
                      </a:pPr>
                      <a:r>
                        <a:rPr lang="en-IN" sz="1700" b="1" dirty="0" err="1">
                          <a:effectLst/>
                        </a:rPr>
                        <a:t>no_object</a:t>
                      </a:r>
                      <a:endParaRPr lang="en-IN" sz="1700" b="1" dirty="0">
                        <a:effectLst/>
                      </a:endParaRPr>
                    </a:p>
                  </a:txBody>
                  <a:tcPr marL="52874" marR="52874" marT="35250" marB="35250" anchor="ctr">
                    <a:lnL w="9525" cap="flat" cmpd="sng" algn="ctr">
                      <a:solidFill>
                        <a:srgbClr val="A05009"/>
                      </a:solidFill>
                      <a:prstDash val="solid"/>
                      <a:round/>
                      <a:headEnd type="none" w="med" len="med"/>
                      <a:tailEnd type="none" w="med" len="med"/>
                    </a:lnL>
                    <a:lnR w="9525" cap="flat" cmpd="sng" algn="ctr">
                      <a:solidFill>
                        <a:srgbClr val="A04D09"/>
                      </a:solidFill>
                      <a:prstDash val="solid"/>
                      <a:round/>
                      <a:headEnd type="none" w="med" len="med"/>
                      <a:tailEnd type="none" w="med" len="med"/>
                    </a:lnR>
                    <a:lnT w="9525" cap="flat" cmpd="sng" algn="ctr">
                      <a:solidFill>
                        <a:srgbClr val="A05009"/>
                      </a:solidFill>
                      <a:prstDash val="solid"/>
                      <a:round/>
                      <a:headEnd type="none" w="med" len="med"/>
                      <a:tailEnd type="none" w="med" len="med"/>
                    </a:lnT>
                    <a:lnB w="9525" cap="flat" cmpd="sng" algn="ctr">
                      <a:solidFill>
                        <a:srgbClr val="105C09"/>
                      </a:solidFill>
                      <a:prstDash val="solid"/>
                      <a:round/>
                      <a:headEnd type="none" w="med" len="med"/>
                      <a:tailEnd type="none" w="med" len="med"/>
                    </a:lnB>
                    <a:solidFill>
                      <a:schemeClr val="bg2"/>
                    </a:solidFill>
                  </a:tcPr>
                </a:tc>
                <a:tc>
                  <a:txBody>
                    <a:bodyPr/>
                    <a:lstStyle/>
                    <a:p>
                      <a:pPr>
                        <a:buNone/>
                      </a:pPr>
                      <a:r>
                        <a:rPr lang="en-IN" sz="1700" kern="1200" dirty="0">
                          <a:solidFill>
                            <a:schemeClr val="tx1"/>
                          </a:solidFill>
                          <a:effectLst/>
                          <a:latin typeface="+mn-lt"/>
                          <a:ea typeface="+mn-ea"/>
                          <a:cs typeface="+mn-cs"/>
                        </a:rPr>
                        <a:t>0.80</a:t>
                      </a:r>
                    </a:p>
                  </a:txBody>
                  <a:tcPr marL="52874" marR="52874" marT="35250" marB="35250" anchor="ctr">
                    <a:lnL w="9525" cap="flat" cmpd="sng" algn="ctr">
                      <a:solidFill>
                        <a:srgbClr val="A04D09"/>
                      </a:solidFill>
                      <a:prstDash val="solid"/>
                      <a:round/>
                      <a:headEnd type="none" w="med" len="med"/>
                      <a:tailEnd type="none" w="med" len="med"/>
                    </a:lnL>
                    <a:lnR w="9525" cap="flat" cmpd="sng" algn="ctr">
                      <a:solidFill>
                        <a:srgbClr val="C05A09"/>
                      </a:solidFill>
                      <a:prstDash val="solid"/>
                      <a:round/>
                      <a:headEnd type="none" w="med" len="med"/>
                      <a:tailEnd type="none" w="med" len="med"/>
                    </a:lnR>
                    <a:lnT w="9525" cap="flat" cmpd="sng" algn="ctr">
                      <a:solidFill>
                        <a:srgbClr val="A04D09"/>
                      </a:solidFill>
                      <a:prstDash val="solid"/>
                      <a:round/>
                      <a:headEnd type="none" w="med" len="med"/>
                      <a:tailEnd type="none" w="med" len="med"/>
                    </a:lnT>
                    <a:lnB w="9525" cap="flat" cmpd="sng" algn="ctr">
                      <a:solidFill>
                        <a:srgbClr val="306F09"/>
                      </a:solidFill>
                      <a:prstDash val="solid"/>
                      <a:round/>
                      <a:headEnd type="none" w="med" len="med"/>
                      <a:tailEnd type="none" w="med" len="med"/>
                    </a:lnB>
                    <a:solidFill>
                      <a:srgbClr val="00B050"/>
                    </a:solidFill>
                  </a:tcPr>
                </a:tc>
                <a:tc>
                  <a:txBody>
                    <a:bodyPr/>
                    <a:lstStyle/>
                    <a:p>
                      <a:pPr>
                        <a:buNone/>
                      </a:pPr>
                      <a:r>
                        <a:rPr lang="en-IN" sz="1700" dirty="0">
                          <a:effectLst/>
                        </a:rPr>
                        <a:t>0.81</a:t>
                      </a:r>
                    </a:p>
                  </a:txBody>
                  <a:tcPr marL="52874" marR="52874" marT="35250" marB="35250" anchor="ctr">
                    <a:lnL w="9525" cap="flat" cmpd="sng" algn="ctr">
                      <a:solidFill>
                        <a:srgbClr val="C05A09"/>
                      </a:solidFill>
                      <a:prstDash val="solid"/>
                      <a:round/>
                      <a:headEnd type="none" w="med" len="med"/>
                      <a:tailEnd type="none" w="med" len="med"/>
                    </a:lnL>
                    <a:lnR w="9525" cap="flat" cmpd="sng" algn="ctr">
                      <a:solidFill>
                        <a:srgbClr val="B05B09"/>
                      </a:solidFill>
                      <a:prstDash val="solid"/>
                      <a:round/>
                      <a:headEnd type="none" w="med" len="med"/>
                      <a:tailEnd type="none" w="med" len="med"/>
                    </a:lnR>
                    <a:lnT w="9525" cap="flat" cmpd="sng" algn="ctr">
                      <a:solidFill>
                        <a:srgbClr val="C05A09"/>
                      </a:solidFill>
                      <a:prstDash val="solid"/>
                      <a:round/>
                      <a:headEnd type="none" w="med" len="med"/>
                      <a:tailEnd type="none" w="med" len="med"/>
                    </a:lnT>
                    <a:lnB w="9525" cap="flat" cmpd="sng" algn="ctr">
                      <a:solidFill>
                        <a:srgbClr val="507009"/>
                      </a:solidFill>
                      <a:prstDash val="solid"/>
                      <a:round/>
                      <a:headEnd type="none" w="med" len="med"/>
                      <a:tailEnd type="none" w="med" len="med"/>
                    </a:lnB>
                    <a:noFill/>
                  </a:tcPr>
                </a:tc>
                <a:tc>
                  <a:txBody>
                    <a:bodyPr/>
                    <a:lstStyle/>
                    <a:p>
                      <a:pPr>
                        <a:buNone/>
                      </a:pPr>
                      <a:r>
                        <a:rPr lang="en-IN" sz="1700" dirty="0">
                          <a:effectLst/>
                        </a:rPr>
                        <a:t>0.96</a:t>
                      </a:r>
                    </a:p>
                  </a:txBody>
                  <a:tcPr marL="52874" marR="52874" marT="35250" marB="35250" anchor="ctr">
                    <a:lnL w="9525" cap="flat" cmpd="sng" algn="ctr">
                      <a:solidFill>
                        <a:srgbClr val="B05B09"/>
                      </a:solidFill>
                      <a:prstDash val="solid"/>
                      <a:round/>
                      <a:headEnd type="none" w="med" len="med"/>
                      <a:tailEnd type="none" w="med" len="med"/>
                    </a:lnL>
                    <a:lnR w="9525" cap="flat" cmpd="sng" algn="ctr">
                      <a:solidFill>
                        <a:srgbClr val="905D09"/>
                      </a:solidFill>
                      <a:prstDash val="solid"/>
                      <a:round/>
                      <a:headEnd type="none" w="med" len="med"/>
                      <a:tailEnd type="none" w="med" len="med"/>
                    </a:lnR>
                    <a:lnT w="9525" cap="flat" cmpd="sng" algn="ctr">
                      <a:solidFill>
                        <a:srgbClr val="B05B09"/>
                      </a:solidFill>
                      <a:prstDash val="solid"/>
                      <a:round/>
                      <a:headEnd type="none" w="med" len="med"/>
                      <a:tailEnd type="none" w="med" len="med"/>
                    </a:lnT>
                    <a:lnB w="9525" cap="flat" cmpd="sng" algn="ctr">
                      <a:solidFill>
                        <a:srgbClr val="406B09"/>
                      </a:solidFill>
                      <a:prstDash val="solid"/>
                      <a:round/>
                      <a:headEnd type="none" w="med" len="med"/>
                      <a:tailEnd type="none" w="med" len="med"/>
                    </a:lnB>
                    <a:solidFill>
                      <a:srgbClr val="00B050"/>
                    </a:solidFill>
                  </a:tcPr>
                </a:tc>
                <a:tc>
                  <a:txBody>
                    <a:bodyPr/>
                    <a:lstStyle/>
                    <a:p>
                      <a:pPr>
                        <a:buNone/>
                      </a:pPr>
                      <a:r>
                        <a:rPr lang="en-IN" sz="1700" dirty="0">
                          <a:effectLst/>
                        </a:rPr>
                        <a:t>0.92</a:t>
                      </a:r>
                    </a:p>
                  </a:txBody>
                  <a:tcPr marL="52874" marR="52874" marT="35250" marB="35250" anchor="ctr">
                    <a:lnL w="9525" cap="flat" cmpd="sng" algn="ctr">
                      <a:solidFill>
                        <a:srgbClr val="905D09"/>
                      </a:solidFill>
                      <a:prstDash val="solid"/>
                      <a:round/>
                      <a:headEnd type="none" w="med" len="med"/>
                      <a:tailEnd type="none" w="med" len="med"/>
                    </a:lnL>
                    <a:lnR w="9525" cap="flat" cmpd="sng" algn="ctr">
                      <a:solidFill>
                        <a:srgbClr val="206109"/>
                      </a:solidFill>
                      <a:prstDash val="solid"/>
                      <a:round/>
                      <a:headEnd type="none" w="med" len="med"/>
                      <a:tailEnd type="none" w="med" len="med"/>
                    </a:lnR>
                    <a:lnT w="9525" cap="flat" cmpd="sng" algn="ctr">
                      <a:solidFill>
                        <a:srgbClr val="905D09"/>
                      </a:solidFill>
                      <a:prstDash val="solid"/>
                      <a:round/>
                      <a:headEnd type="none" w="med" len="med"/>
                      <a:tailEnd type="none" w="med" len="med"/>
                    </a:lnT>
                    <a:lnB w="9525" cap="flat" cmpd="sng" algn="ctr">
                      <a:solidFill>
                        <a:srgbClr val="E07009"/>
                      </a:solidFill>
                      <a:prstDash val="solid"/>
                      <a:round/>
                      <a:headEnd type="none" w="med" len="med"/>
                      <a:tailEnd type="none" w="med" len="med"/>
                    </a:lnB>
                    <a:noFill/>
                  </a:tcPr>
                </a:tc>
                <a:tc>
                  <a:txBody>
                    <a:bodyPr/>
                    <a:lstStyle/>
                    <a:p>
                      <a:pPr>
                        <a:buNone/>
                      </a:pPr>
                      <a:r>
                        <a:rPr lang="en-IN" sz="1700" dirty="0">
                          <a:effectLst/>
                        </a:rPr>
                        <a:t>0.87</a:t>
                      </a:r>
                    </a:p>
                  </a:txBody>
                  <a:tcPr marL="52874" marR="52874" marT="35250" marB="35250" anchor="ctr">
                    <a:lnL w="9525" cap="flat" cmpd="sng" algn="ctr">
                      <a:solidFill>
                        <a:srgbClr val="206109"/>
                      </a:solidFill>
                      <a:prstDash val="solid"/>
                      <a:round/>
                      <a:headEnd type="none" w="med" len="med"/>
                      <a:tailEnd type="none" w="med" len="med"/>
                    </a:lnL>
                    <a:lnR w="9525" cap="flat" cmpd="sng" algn="ctr">
                      <a:solidFill>
                        <a:srgbClr val="C05A09"/>
                      </a:solidFill>
                      <a:prstDash val="solid"/>
                      <a:round/>
                      <a:headEnd type="none" w="med" len="med"/>
                      <a:tailEnd type="none" w="med" len="med"/>
                    </a:lnR>
                    <a:lnT w="9525" cap="flat" cmpd="sng" algn="ctr">
                      <a:solidFill>
                        <a:srgbClr val="206109"/>
                      </a:solidFill>
                      <a:prstDash val="solid"/>
                      <a:round/>
                      <a:headEnd type="none" w="med" len="med"/>
                      <a:tailEnd type="none" w="med" len="med"/>
                    </a:lnT>
                    <a:lnB w="9525" cap="flat" cmpd="sng" algn="ctr">
                      <a:solidFill>
                        <a:srgbClr val="F06C09"/>
                      </a:solidFill>
                      <a:prstDash val="solid"/>
                      <a:round/>
                      <a:headEnd type="none" w="med" len="med"/>
                      <a:tailEnd type="none" w="med" len="med"/>
                    </a:lnB>
                    <a:solidFill>
                      <a:srgbClr val="00B050"/>
                    </a:solidFill>
                  </a:tcPr>
                </a:tc>
                <a:tc>
                  <a:txBody>
                    <a:bodyPr/>
                    <a:lstStyle/>
                    <a:p>
                      <a:pPr>
                        <a:buNone/>
                      </a:pPr>
                      <a:r>
                        <a:rPr lang="en-IN" sz="1700" dirty="0">
                          <a:effectLst/>
                        </a:rPr>
                        <a:t>0.86</a:t>
                      </a:r>
                    </a:p>
                  </a:txBody>
                  <a:tcPr marL="52874" marR="52874" marT="35250" marB="35250" anchor="ctr">
                    <a:lnL w="9525" cap="flat" cmpd="sng" algn="ctr">
                      <a:solidFill>
                        <a:srgbClr val="C05A09"/>
                      </a:solidFill>
                      <a:prstDash val="solid"/>
                      <a:round/>
                      <a:headEnd type="none" w="med" len="med"/>
                      <a:tailEnd type="none" w="med" len="med"/>
                    </a:lnL>
                    <a:lnR w="9525" cap="flat" cmpd="sng" algn="ctr">
                      <a:solidFill>
                        <a:srgbClr val="C05A09"/>
                      </a:solidFill>
                      <a:prstDash val="solid"/>
                      <a:round/>
                      <a:headEnd type="none" w="med" len="med"/>
                      <a:tailEnd type="none" w="med" len="med"/>
                    </a:lnR>
                    <a:lnT w="9525" cap="flat" cmpd="sng" algn="ctr">
                      <a:solidFill>
                        <a:srgbClr val="C05A09"/>
                      </a:solidFill>
                      <a:prstDash val="solid"/>
                      <a:round/>
                      <a:headEnd type="none" w="med" len="med"/>
                      <a:tailEnd type="none" w="med" len="med"/>
                    </a:lnT>
                    <a:lnB w="9525" cap="flat" cmpd="sng" algn="ctr">
                      <a:solidFill>
                        <a:srgbClr val="A06509"/>
                      </a:solidFill>
                      <a:prstDash val="solid"/>
                      <a:round/>
                      <a:headEnd type="none" w="med" len="med"/>
                      <a:tailEnd type="none" w="med" len="med"/>
                    </a:lnB>
                    <a:noFill/>
                  </a:tcPr>
                </a:tc>
                <a:extLst>
                  <a:ext uri="{0D108BD9-81ED-4DB2-BD59-A6C34878D82A}">
                    <a16:rowId xmlns:a16="http://schemas.microsoft.com/office/drawing/2014/main" val="387354284"/>
                  </a:ext>
                </a:extLst>
              </a:tr>
              <a:tr h="879899">
                <a:tc>
                  <a:txBody>
                    <a:bodyPr/>
                    <a:lstStyle/>
                    <a:p>
                      <a:pPr>
                        <a:buNone/>
                      </a:pPr>
                      <a:r>
                        <a:rPr lang="en-IN" sz="1700" b="1" dirty="0">
                          <a:effectLst/>
                        </a:rPr>
                        <a:t>ball</a:t>
                      </a:r>
                    </a:p>
                  </a:txBody>
                  <a:tcPr marL="52874" marR="52874" marT="35250" marB="35250" anchor="ctr">
                    <a:lnL w="9525" cap="flat" cmpd="sng" algn="ctr">
                      <a:solidFill>
                        <a:srgbClr val="105C09"/>
                      </a:solidFill>
                      <a:prstDash val="solid"/>
                      <a:round/>
                      <a:headEnd type="none" w="med" len="med"/>
                      <a:tailEnd type="none" w="med" len="med"/>
                    </a:lnL>
                    <a:lnR w="9525" cap="flat" cmpd="sng" algn="ctr">
                      <a:solidFill>
                        <a:srgbClr val="306F09"/>
                      </a:solidFill>
                      <a:prstDash val="solid"/>
                      <a:round/>
                      <a:headEnd type="none" w="med" len="med"/>
                      <a:tailEnd type="none" w="med" len="med"/>
                    </a:lnR>
                    <a:lnT w="9525" cap="flat" cmpd="sng" algn="ctr">
                      <a:solidFill>
                        <a:srgbClr val="105C09"/>
                      </a:solidFill>
                      <a:prstDash val="solid"/>
                      <a:round/>
                      <a:headEnd type="none" w="med" len="med"/>
                      <a:tailEnd type="none" w="med" len="med"/>
                    </a:lnT>
                    <a:lnB w="9525" cap="flat" cmpd="sng" algn="ctr">
                      <a:solidFill>
                        <a:srgbClr val="806709"/>
                      </a:solidFill>
                      <a:prstDash val="solid"/>
                      <a:round/>
                      <a:headEnd type="none" w="med" len="med"/>
                      <a:tailEnd type="none" w="med" len="med"/>
                    </a:lnB>
                    <a:solidFill>
                      <a:schemeClr val="bg2"/>
                    </a:solidFill>
                  </a:tcPr>
                </a:tc>
                <a:tc>
                  <a:txBody>
                    <a:bodyPr/>
                    <a:lstStyle/>
                    <a:p>
                      <a:pPr>
                        <a:buNone/>
                      </a:pPr>
                      <a:r>
                        <a:rPr lang="en-IN" sz="1700" kern="1200" dirty="0">
                          <a:solidFill>
                            <a:schemeClr val="tx1"/>
                          </a:solidFill>
                          <a:effectLst/>
                          <a:latin typeface="+mn-lt"/>
                          <a:ea typeface="+mn-ea"/>
                          <a:cs typeface="+mn-cs"/>
                        </a:rPr>
                        <a:t>0.85</a:t>
                      </a:r>
                    </a:p>
                  </a:txBody>
                  <a:tcPr marL="52874" marR="52874" marT="35250" marB="35250" anchor="ctr">
                    <a:lnL w="9525" cap="flat" cmpd="sng" algn="ctr">
                      <a:solidFill>
                        <a:srgbClr val="306F09"/>
                      </a:solidFill>
                      <a:prstDash val="solid"/>
                      <a:round/>
                      <a:headEnd type="none" w="med" len="med"/>
                      <a:tailEnd type="none" w="med" len="med"/>
                    </a:lnL>
                    <a:lnR w="9525" cap="flat" cmpd="sng" algn="ctr">
                      <a:solidFill>
                        <a:srgbClr val="507009"/>
                      </a:solidFill>
                      <a:prstDash val="solid"/>
                      <a:round/>
                      <a:headEnd type="none" w="med" len="med"/>
                      <a:tailEnd type="none" w="med" len="med"/>
                    </a:lnR>
                    <a:lnT w="9525" cap="flat" cmpd="sng" algn="ctr">
                      <a:solidFill>
                        <a:srgbClr val="306F09"/>
                      </a:solidFill>
                      <a:prstDash val="solid"/>
                      <a:round/>
                      <a:headEnd type="none" w="med" len="med"/>
                      <a:tailEnd type="none" w="med" len="med"/>
                    </a:lnT>
                    <a:lnB w="9525" cap="flat" cmpd="sng" algn="ctr">
                      <a:solidFill>
                        <a:srgbClr val="507C09"/>
                      </a:solidFill>
                      <a:prstDash val="solid"/>
                      <a:round/>
                      <a:headEnd type="none" w="med" len="med"/>
                      <a:tailEnd type="none" w="med" len="med"/>
                    </a:lnB>
                    <a:solidFill>
                      <a:srgbClr val="00B050"/>
                    </a:solidFill>
                  </a:tcPr>
                </a:tc>
                <a:tc>
                  <a:txBody>
                    <a:bodyPr/>
                    <a:lstStyle/>
                    <a:p>
                      <a:pPr>
                        <a:buNone/>
                      </a:pPr>
                      <a:r>
                        <a:rPr lang="en-IN" sz="1700" dirty="0">
                          <a:effectLst/>
                        </a:rPr>
                        <a:t>0.86</a:t>
                      </a:r>
                    </a:p>
                  </a:txBody>
                  <a:tcPr marL="52874" marR="52874" marT="35250" marB="35250" anchor="ctr">
                    <a:lnL w="9525" cap="flat" cmpd="sng" algn="ctr">
                      <a:solidFill>
                        <a:srgbClr val="507009"/>
                      </a:solidFill>
                      <a:prstDash val="solid"/>
                      <a:round/>
                      <a:headEnd type="none" w="med" len="med"/>
                      <a:tailEnd type="none" w="med" len="med"/>
                    </a:lnL>
                    <a:lnR w="9525" cap="flat" cmpd="sng" algn="ctr">
                      <a:solidFill>
                        <a:srgbClr val="406B09"/>
                      </a:solidFill>
                      <a:prstDash val="solid"/>
                      <a:round/>
                      <a:headEnd type="none" w="med" len="med"/>
                      <a:tailEnd type="none" w="med" len="med"/>
                    </a:lnR>
                    <a:lnT w="9525" cap="flat" cmpd="sng" algn="ctr">
                      <a:solidFill>
                        <a:srgbClr val="507009"/>
                      </a:solidFill>
                      <a:prstDash val="solid"/>
                      <a:round/>
                      <a:headEnd type="none" w="med" len="med"/>
                      <a:tailEnd type="none" w="med" len="med"/>
                    </a:lnT>
                    <a:lnB w="9525" cap="flat" cmpd="sng" algn="ctr">
                      <a:solidFill>
                        <a:srgbClr val="D07409"/>
                      </a:solidFill>
                      <a:prstDash val="solid"/>
                      <a:round/>
                      <a:headEnd type="none" w="med" len="med"/>
                      <a:tailEnd type="none" w="med" len="med"/>
                    </a:lnB>
                    <a:noFill/>
                  </a:tcPr>
                </a:tc>
                <a:tc>
                  <a:txBody>
                    <a:bodyPr/>
                    <a:lstStyle/>
                    <a:p>
                      <a:pPr>
                        <a:buNone/>
                      </a:pPr>
                      <a:r>
                        <a:rPr lang="en-IN" sz="1700" dirty="0">
                          <a:effectLst/>
                        </a:rPr>
                        <a:t>0.80</a:t>
                      </a:r>
                    </a:p>
                  </a:txBody>
                  <a:tcPr marL="52874" marR="52874" marT="35250" marB="35250" anchor="ctr">
                    <a:lnL w="9525" cap="flat" cmpd="sng" algn="ctr">
                      <a:solidFill>
                        <a:srgbClr val="406B09"/>
                      </a:solidFill>
                      <a:prstDash val="solid"/>
                      <a:round/>
                      <a:headEnd type="none" w="med" len="med"/>
                      <a:tailEnd type="none" w="med" len="med"/>
                    </a:lnL>
                    <a:lnR w="9525" cap="flat" cmpd="sng" algn="ctr">
                      <a:solidFill>
                        <a:srgbClr val="E07009"/>
                      </a:solidFill>
                      <a:prstDash val="solid"/>
                      <a:round/>
                      <a:headEnd type="none" w="med" len="med"/>
                      <a:tailEnd type="none" w="med" len="med"/>
                    </a:lnR>
                    <a:lnT w="9525" cap="flat" cmpd="sng" algn="ctr">
                      <a:solidFill>
                        <a:srgbClr val="406B09"/>
                      </a:solidFill>
                      <a:prstDash val="solid"/>
                      <a:round/>
                      <a:headEnd type="none" w="med" len="med"/>
                      <a:tailEnd type="none" w="med" len="med"/>
                    </a:lnT>
                    <a:lnB w="9525" cap="flat" cmpd="sng" algn="ctr">
                      <a:solidFill>
                        <a:srgbClr val="D08309"/>
                      </a:solidFill>
                      <a:prstDash val="solid"/>
                      <a:round/>
                      <a:headEnd type="none" w="med" len="med"/>
                      <a:tailEnd type="none" w="med" len="med"/>
                    </a:lnB>
                    <a:solidFill>
                      <a:srgbClr val="00B050"/>
                    </a:solidFill>
                  </a:tcPr>
                </a:tc>
                <a:tc>
                  <a:txBody>
                    <a:bodyPr/>
                    <a:lstStyle/>
                    <a:p>
                      <a:pPr>
                        <a:buNone/>
                      </a:pPr>
                      <a:r>
                        <a:rPr lang="en-IN" sz="1700" dirty="0">
                          <a:effectLst/>
                        </a:rPr>
                        <a:t>0.70</a:t>
                      </a:r>
                    </a:p>
                  </a:txBody>
                  <a:tcPr marL="52874" marR="52874" marT="35250" marB="35250" anchor="ctr">
                    <a:lnL w="9525" cap="flat" cmpd="sng" algn="ctr">
                      <a:solidFill>
                        <a:srgbClr val="E07009"/>
                      </a:solidFill>
                      <a:prstDash val="solid"/>
                      <a:round/>
                      <a:headEnd type="none" w="med" len="med"/>
                      <a:tailEnd type="none" w="med" len="med"/>
                    </a:lnL>
                    <a:lnR w="9525" cap="flat" cmpd="sng" algn="ctr">
                      <a:solidFill>
                        <a:srgbClr val="F06C09"/>
                      </a:solidFill>
                      <a:prstDash val="solid"/>
                      <a:round/>
                      <a:headEnd type="none" w="med" len="med"/>
                      <a:tailEnd type="none" w="med" len="med"/>
                    </a:lnR>
                    <a:lnT w="9525" cap="flat" cmpd="sng" algn="ctr">
                      <a:solidFill>
                        <a:srgbClr val="E07009"/>
                      </a:solidFill>
                      <a:prstDash val="solid"/>
                      <a:round/>
                      <a:headEnd type="none" w="med" len="med"/>
                      <a:tailEnd type="none" w="med" len="med"/>
                    </a:lnT>
                    <a:lnB w="9525" cap="flat" cmpd="sng" algn="ctr">
                      <a:solidFill>
                        <a:srgbClr val="A07D09"/>
                      </a:solidFill>
                      <a:prstDash val="solid"/>
                      <a:round/>
                      <a:headEnd type="none" w="med" len="med"/>
                      <a:tailEnd type="none" w="med" len="med"/>
                    </a:lnB>
                    <a:noFill/>
                  </a:tcPr>
                </a:tc>
                <a:tc>
                  <a:txBody>
                    <a:bodyPr/>
                    <a:lstStyle/>
                    <a:p>
                      <a:pPr>
                        <a:buNone/>
                      </a:pPr>
                      <a:r>
                        <a:rPr lang="en-IN" sz="1700" dirty="0">
                          <a:effectLst/>
                        </a:rPr>
                        <a:t>0.83</a:t>
                      </a:r>
                    </a:p>
                  </a:txBody>
                  <a:tcPr marL="52874" marR="52874" marT="35250" marB="35250" anchor="ctr">
                    <a:lnL w="9525" cap="flat" cmpd="sng" algn="ctr">
                      <a:solidFill>
                        <a:srgbClr val="F06C09"/>
                      </a:solidFill>
                      <a:prstDash val="solid"/>
                      <a:round/>
                      <a:headEnd type="none" w="med" len="med"/>
                      <a:tailEnd type="none" w="med" len="med"/>
                    </a:lnL>
                    <a:lnR w="9525" cap="flat" cmpd="sng" algn="ctr">
                      <a:solidFill>
                        <a:srgbClr val="A06509"/>
                      </a:solidFill>
                      <a:prstDash val="solid"/>
                      <a:round/>
                      <a:headEnd type="none" w="med" len="med"/>
                      <a:tailEnd type="none" w="med" len="med"/>
                    </a:lnR>
                    <a:lnT w="9525" cap="flat" cmpd="sng" algn="ctr">
                      <a:solidFill>
                        <a:srgbClr val="F06C09"/>
                      </a:solidFill>
                      <a:prstDash val="solid"/>
                      <a:round/>
                      <a:headEnd type="none" w="med" len="med"/>
                      <a:tailEnd type="none" w="med" len="med"/>
                    </a:lnT>
                    <a:lnB w="9525" cap="flat" cmpd="sng" algn="ctr">
                      <a:solidFill>
                        <a:srgbClr val="108909"/>
                      </a:solidFill>
                      <a:prstDash val="solid"/>
                      <a:round/>
                      <a:headEnd type="none" w="med" len="med"/>
                      <a:tailEnd type="none" w="med" len="med"/>
                    </a:lnB>
                    <a:solidFill>
                      <a:srgbClr val="00B050"/>
                    </a:solidFill>
                  </a:tcPr>
                </a:tc>
                <a:tc>
                  <a:txBody>
                    <a:bodyPr/>
                    <a:lstStyle/>
                    <a:p>
                      <a:pPr>
                        <a:buNone/>
                      </a:pPr>
                      <a:r>
                        <a:rPr lang="en-IN" sz="1700" dirty="0">
                          <a:effectLst/>
                        </a:rPr>
                        <a:t>0.77</a:t>
                      </a:r>
                    </a:p>
                  </a:txBody>
                  <a:tcPr marL="52874" marR="52874" marT="35250" marB="35250" anchor="ctr">
                    <a:lnL w="9525" cap="flat" cmpd="sng" algn="ctr">
                      <a:solidFill>
                        <a:srgbClr val="A06509"/>
                      </a:solidFill>
                      <a:prstDash val="solid"/>
                      <a:round/>
                      <a:headEnd type="none" w="med" len="med"/>
                      <a:tailEnd type="none" w="med" len="med"/>
                    </a:lnL>
                    <a:lnR w="9525" cap="flat" cmpd="sng" algn="ctr">
                      <a:solidFill>
                        <a:srgbClr val="A06509"/>
                      </a:solidFill>
                      <a:prstDash val="solid"/>
                      <a:round/>
                      <a:headEnd type="none" w="med" len="med"/>
                      <a:tailEnd type="none" w="med" len="med"/>
                    </a:lnR>
                    <a:lnT w="9525" cap="flat" cmpd="sng" algn="ctr">
                      <a:solidFill>
                        <a:srgbClr val="A06509"/>
                      </a:solidFill>
                      <a:prstDash val="solid"/>
                      <a:round/>
                      <a:headEnd type="none" w="med" len="med"/>
                      <a:tailEnd type="none" w="med" len="med"/>
                    </a:lnT>
                    <a:lnB w="9525" cap="flat" cmpd="sng" algn="ctr">
                      <a:solidFill>
                        <a:srgbClr val="709B09"/>
                      </a:solidFill>
                      <a:prstDash val="solid"/>
                      <a:round/>
                      <a:headEnd type="none" w="med" len="med"/>
                      <a:tailEnd type="none" w="med" len="med"/>
                    </a:lnB>
                    <a:noFill/>
                  </a:tcPr>
                </a:tc>
                <a:extLst>
                  <a:ext uri="{0D108BD9-81ED-4DB2-BD59-A6C34878D82A}">
                    <a16:rowId xmlns:a16="http://schemas.microsoft.com/office/drawing/2014/main" val="3181501156"/>
                  </a:ext>
                </a:extLst>
              </a:tr>
              <a:tr h="879899">
                <a:tc>
                  <a:txBody>
                    <a:bodyPr/>
                    <a:lstStyle/>
                    <a:p>
                      <a:pPr>
                        <a:buNone/>
                      </a:pPr>
                      <a:r>
                        <a:rPr lang="en-IN" sz="1700" b="1" dirty="0">
                          <a:effectLst/>
                        </a:rPr>
                        <a:t>bat</a:t>
                      </a:r>
                    </a:p>
                  </a:txBody>
                  <a:tcPr marL="52874" marR="52874" marT="35250" marB="35250" anchor="ctr">
                    <a:lnL w="9525" cap="flat" cmpd="sng" algn="ctr">
                      <a:solidFill>
                        <a:srgbClr val="806709"/>
                      </a:solidFill>
                      <a:prstDash val="solid"/>
                      <a:round/>
                      <a:headEnd type="none" w="med" len="med"/>
                      <a:tailEnd type="none" w="med" len="med"/>
                    </a:lnL>
                    <a:lnR w="9525" cap="flat" cmpd="sng" algn="ctr">
                      <a:solidFill>
                        <a:srgbClr val="507C09"/>
                      </a:solidFill>
                      <a:prstDash val="solid"/>
                      <a:round/>
                      <a:headEnd type="none" w="med" len="med"/>
                      <a:tailEnd type="none" w="med" len="med"/>
                    </a:lnR>
                    <a:lnT w="9525" cap="flat" cmpd="sng" algn="ctr">
                      <a:solidFill>
                        <a:srgbClr val="806709"/>
                      </a:solidFill>
                      <a:prstDash val="solid"/>
                      <a:round/>
                      <a:headEnd type="none" w="med" len="med"/>
                      <a:tailEnd type="none" w="med" len="med"/>
                    </a:lnT>
                    <a:lnB w="9525" cap="flat" cmpd="sng" algn="ctr">
                      <a:solidFill>
                        <a:srgbClr val="309C09"/>
                      </a:solidFill>
                      <a:prstDash val="solid"/>
                      <a:round/>
                      <a:headEnd type="none" w="med" len="med"/>
                      <a:tailEnd type="none" w="med" len="med"/>
                    </a:lnB>
                    <a:solidFill>
                      <a:schemeClr val="bg2"/>
                    </a:solidFill>
                  </a:tcPr>
                </a:tc>
                <a:tc>
                  <a:txBody>
                    <a:bodyPr/>
                    <a:lstStyle/>
                    <a:p>
                      <a:pPr>
                        <a:buNone/>
                      </a:pPr>
                      <a:r>
                        <a:rPr lang="en-IN" sz="1700" kern="1200" dirty="0">
                          <a:solidFill>
                            <a:schemeClr val="tx1"/>
                          </a:solidFill>
                          <a:effectLst/>
                          <a:latin typeface="+mn-lt"/>
                          <a:ea typeface="+mn-ea"/>
                          <a:cs typeface="+mn-cs"/>
                        </a:rPr>
                        <a:t>0.92</a:t>
                      </a:r>
                    </a:p>
                  </a:txBody>
                  <a:tcPr marL="52874" marR="52874" marT="35250" marB="35250" anchor="ctr">
                    <a:lnL w="9525" cap="flat" cmpd="sng" algn="ctr">
                      <a:solidFill>
                        <a:srgbClr val="507C09"/>
                      </a:solidFill>
                      <a:prstDash val="solid"/>
                      <a:round/>
                      <a:headEnd type="none" w="med" len="med"/>
                      <a:tailEnd type="none" w="med" len="med"/>
                    </a:lnL>
                    <a:lnR w="9525" cap="flat" cmpd="sng" algn="ctr">
                      <a:solidFill>
                        <a:srgbClr val="D07409"/>
                      </a:solidFill>
                      <a:prstDash val="solid"/>
                      <a:round/>
                      <a:headEnd type="none" w="med" len="med"/>
                      <a:tailEnd type="none" w="med" len="med"/>
                    </a:lnR>
                    <a:lnT w="9525" cap="flat" cmpd="sng" algn="ctr">
                      <a:solidFill>
                        <a:srgbClr val="507C09"/>
                      </a:solidFill>
                      <a:prstDash val="solid"/>
                      <a:round/>
                      <a:headEnd type="none" w="med" len="med"/>
                      <a:tailEnd type="none" w="med" len="med"/>
                    </a:lnT>
                    <a:lnB w="9525" cap="flat" cmpd="sng" algn="ctr">
                      <a:solidFill>
                        <a:srgbClr val="809D09"/>
                      </a:solidFill>
                      <a:prstDash val="solid"/>
                      <a:round/>
                      <a:headEnd type="none" w="med" len="med"/>
                      <a:tailEnd type="none" w="med" len="med"/>
                    </a:lnB>
                    <a:solidFill>
                      <a:srgbClr val="00B050"/>
                    </a:solidFill>
                  </a:tcPr>
                </a:tc>
                <a:tc>
                  <a:txBody>
                    <a:bodyPr/>
                    <a:lstStyle/>
                    <a:p>
                      <a:pPr>
                        <a:buNone/>
                      </a:pPr>
                      <a:r>
                        <a:rPr lang="en-IN" sz="1700" dirty="0">
                          <a:effectLst/>
                        </a:rPr>
                        <a:t>0.53</a:t>
                      </a:r>
                    </a:p>
                  </a:txBody>
                  <a:tcPr marL="52874" marR="52874" marT="35250" marB="35250" anchor="ctr">
                    <a:lnL w="9525" cap="flat" cmpd="sng" algn="ctr">
                      <a:solidFill>
                        <a:srgbClr val="D07409"/>
                      </a:solidFill>
                      <a:prstDash val="solid"/>
                      <a:round/>
                      <a:headEnd type="none" w="med" len="med"/>
                      <a:tailEnd type="none" w="med" len="med"/>
                    </a:lnL>
                    <a:lnR w="9525" cap="flat" cmpd="sng" algn="ctr">
                      <a:solidFill>
                        <a:srgbClr val="D08309"/>
                      </a:solidFill>
                      <a:prstDash val="solid"/>
                      <a:round/>
                      <a:headEnd type="none" w="med" len="med"/>
                      <a:tailEnd type="none" w="med" len="med"/>
                    </a:lnR>
                    <a:lnT w="9525" cap="flat" cmpd="sng" algn="ctr">
                      <a:solidFill>
                        <a:srgbClr val="D07409"/>
                      </a:solidFill>
                      <a:prstDash val="solid"/>
                      <a:round/>
                      <a:headEnd type="none" w="med" len="med"/>
                      <a:tailEnd type="none" w="med" len="med"/>
                    </a:lnT>
                    <a:lnB w="9525" cap="flat" cmpd="sng" algn="ctr">
                      <a:solidFill>
                        <a:srgbClr val="C0AB09"/>
                      </a:solidFill>
                      <a:prstDash val="solid"/>
                      <a:round/>
                      <a:headEnd type="none" w="med" len="med"/>
                      <a:tailEnd type="none" w="med" len="med"/>
                    </a:lnB>
                    <a:noFill/>
                  </a:tcPr>
                </a:tc>
                <a:tc>
                  <a:txBody>
                    <a:bodyPr/>
                    <a:lstStyle/>
                    <a:p>
                      <a:pPr>
                        <a:buNone/>
                      </a:pPr>
                      <a:r>
                        <a:rPr lang="en-IN" sz="1700" dirty="0">
                          <a:effectLst/>
                        </a:rPr>
                        <a:t>0.14</a:t>
                      </a:r>
                    </a:p>
                  </a:txBody>
                  <a:tcPr marL="52874" marR="52874" marT="35250" marB="35250" anchor="ctr">
                    <a:lnL w="9525" cap="flat" cmpd="sng" algn="ctr">
                      <a:solidFill>
                        <a:srgbClr val="D08309"/>
                      </a:solidFill>
                      <a:prstDash val="solid"/>
                      <a:round/>
                      <a:headEnd type="none" w="med" len="med"/>
                      <a:tailEnd type="none" w="med" len="med"/>
                    </a:lnL>
                    <a:lnR w="9525" cap="flat" cmpd="sng" algn="ctr">
                      <a:solidFill>
                        <a:srgbClr val="A07D09"/>
                      </a:solidFill>
                      <a:prstDash val="solid"/>
                      <a:round/>
                      <a:headEnd type="none" w="med" len="med"/>
                      <a:tailEnd type="none" w="med" len="med"/>
                    </a:lnR>
                    <a:lnT w="9525" cap="flat" cmpd="sng" algn="ctr">
                      <a:solidFill>
                        <a:srgbClr val="D08309"/>
                      </a:solidFill>
                      <a:prstDash val="solid"/>
                      <a:round/>
                      <a:headEnd type="none" w="med" len="med"/>
                      <a:tailEnd type="none" w="med" len="med"/>
                    </a:lnT>
                    <a:lnB w="9525" cap="flat" cmpd="sng" algn="ctr">
                      <a:solidFill>
                        <a:srgbClr val="90B109"/>
                      </a:solidFill>
                      <a:prstDash val="solid"/>
                      <a:round/>
                      <a:headEnd type="none" w="med" len="med"/>
                      <a:tailEnd type="none" w="med" len="med"/>
                    </a:lnB>
                    <a:solidFill>
                      <a:srgbClr val="FFC000"/>
                    </a:solidFill>
                  </a:tcPr>
                </a:tc>
                <a:tc>
                  <a:txBody>
                    <a:bodyPr/>
                    <a:lstStyle/>
                    <a:p>
                      <a:pPr>
                        <a:buNone/>
                      </a:pPr>
                      <a:r>
                        <a:rPr lang="en-IN" sz="1700" dirty="0">
                          <a:effectLst/>
                        </a:rPr>
                        <a:t>0.37</a:t>
                      </a:r>
                    </a:p>
                  </a:txBody>
                  <a:tcPr marL="52874" marR="52874" marT="35250" marB="35250" anchor="ctr">
                    <a:lnL w="9525" cap="flat" cmpd="sng" algn="ctr">
                      <a:solidFill>
                        <a:srgbClr val="A07D09"/>
                      </a:solidFill>
                      <a:prstDash val="solid"/>
                      <a:round/>
                      <a:headEnd type="none" w="med" len="med"/>
                      <a:tailEnd type="none" w="med" len="med"/>
                    </a:lnL>
                    <a:lnR w="9525" cap="flat" cmpd="sng" algn="ctr">
                      <a:solidFill>
                        <a:srgbClr val="108909"/>
                      </a:solidFill>
                      <a:prstDash val="solid"/>
                      <a:round/>
                      <a:headEnd type="none" w="med" len="med"/>
                      <a:tailEnd type="none" w="med" len="med"/>
                    </a:lnR>
                    <a:lnT w="9525" cap="flat" cmpd="sng" algn="ctr">
                      <a:solidFill>
                        <a:srgbClr val="A07D09"/>
                      </a:solidFill>
                      <a:prstDash val="solid"/>
                      <a:round/>
                      <a:headEnd type="none" w="med" len="med"/>
                      <a:tailEnd type="none" w="med" len="med"/>
                    </a:lnT>
                    <a:lnB w="9525" cap="flat" cmpd="sng" algn="ctr">
                      <a:solidFill>
                        <a:srgbClr val="B0BB09"/>
                      </a:solidFill>
                      <a:prstDash val="solid"/>
                      <a:round/>
                      <a:headEnd type="none" w="med" len="med"/>
                      <a:tailEnd type="none" w="med" len="med"/>
                    </a:lnB>
                    <a:noFill/>
                  </a:tcPr>
                </a:tc>
                <a:tc>
                  <a:txBody>
                    <a:bodyPr/>
                    <a:lstStyle/>
                    <a:p>
                      <a:pPr>
                        <a:buNone/>
                      </a:pPr>
                      <a:r>
                        <a:rPr lang="en-IN" sz="1700" dirty="0">
                          <a:effectLst/>
                        </a:rPr>
                        <a:t>0.25</a:t>
                      </a:r>
                    </a:p>
                  </a:txBody>
                  <a:tcPr marL="52874" marR="52874" marT="35250" marB="35250" anchor="ctr">
                    <a:lnL w="9525" cap="flat" cmpd="sng" algn="ctr">
                      <a:solidFill>
                        <a:srgbClr val="108909"/>
                      </a:solidFill>
                      <a:prstDash val="solid"/>
                      <a:round/>
                      <a:headEnd type="none" w="med" len="med"/>
                      <a:tailEnd type="none" w="med" len="med"/>
                    </a:lnL>
                    <a:lnR w="9525" cap="flat" cmpd="sng" algn="ctr">
                      <a:solidFill>
                        <a:srgbClr val="709B09"/>
                      </a:solidFill>
                      <a:prstDash val="solid"/>
                      <a:round/>
                      <a:headEnd type="none" w="med" len="med"/>
                      <a:tailEnd type="none" w="med" len="med"/>
                    </a:lnR>
                    <a:lnT w="9525" cap="flat" cmpd="sng" algn="ctr">
                      <a:solidFill>
                        <a:srgbClr val="108909"/>
                      </a:solidFill>
                      <a:prstDash val="solid"/>
                      <a:round/>
                      <a:headEnd type="none" w="med" len="med"/>
                      <a:tailEnd type="none" w="med" len="med"/>
                    </a:lnT>
                    <a:lnB w="9525" cap="flat" cmpd="sng" algn="ctr">
                      <a:solidFill>
                        <a:srgbClr val="E0BB09"/>
                      </a:solidFill>
                      <a:prstDash val="solid"/>
                      <a:round/>
                      <a:headEnd type="none" w="med" len="med"/>
                      <a:tailEnd type="none" w="med" len="med"/>
                    </a:lnB>
                    <a:solidFill>
                      <a:srgbClr val="FFC000"/>
                    </a:solidFill>
                  </a:tcPr>
                </a:tc>
                <a:tc>
                  <a:txBody>
                    <a:bodyPr/>
                    <a:lstStyle/>
                    <a:p>
                      <a:pPr>
                        <a:buNone/>
                      </a:pPr>
                      <a:r>
                        <a:rPr lang="en-IN" sz="1700" dirty="0">
                          <a:effectLst/>
                        </a:rPr>
                        <a:t>0.43</a:t>
                      </a:r>
                    </a:p>
                  </a:txBody>
                  <a:tcPr marL="52874" marR="52874" marT="35250" marB="35250" anchor="ctr">
                    <a:lnL w="9525" cap="flat" cmpd="sng" algn="ctr">
                      <a:solidFill>
                        <a:srgbClr val="709B09"/>
                      </a:solidFill>
                      <a:prstDash val="solid"/>
                      <a:round/>
                      <a:headEnd type="none" w="med" len="med"/>
                      <a:tailEnd type="none" w="med" len="med"/>
                    </a:lnL>
                    <a:lnR w="9525" cap="flat" cmpd="sng" algn="ctr">
                      <a:solidFill>
                        <a:srgbClr val="709B09"/>
                      </a:solidFill>
                      <a:prstDash val="solid"/>
                      <a:round/>
                      <a:headEnd type="none" w="med" len="med"/>
                      <a:tailEnd type="none" w="med" len="med"/>
                    </a:lnR>
                    <a:lnT w="9525" cap="flat" cmpd="sng" algn="ctr">
                      <a:solidFill>
                        <a:srgbClr val="709B09"/>
                      </a:solidFill>
                      <a:prstDash val="solid"/>
                      <a:round/>
                      <a:headEnd type="none" w="med" len="med"/>
                      <a:tailEnd type="none" w="med" len="med"/>
                    </a:lnT>
                    <a:lnB w="9525" cap="flat" cmpd="sng" algn="ctr">
                      <a:solidFill>
                        <a:srgbClr val="E0BE09"/>
                      </a:solidFill>
                      <a:prstDash val="solid"/>
                      <a:round/>
                      <a:headEnd type="none" w="med" len="med"/>
                      <a:tailEnd type="none" w="med" len="med"/>
                    </a:lnB>
                    <a:noFill/>
                  </a:tcPr>
                </a:tc>
                <a:extLst>
                  <a:ext uri="{0D108BD9-81ED-4DB2-BD59-A6C34878D82A}">
                    <a16:rowId xmlns:a16="http://schemas.microsoft.com/office/drawing/2014/main" val="4097377873"/>
                  </a:ext>
                </a:extLst>
              </a:tr>
              <a:tr h="879899">
                <a:tc>
                  <a:txBody>
                    <a:bodyPr/>
                    <a:lstStyle/>
                    <a:p>
                      <a:pPr>
                        <a:buNone/>
                      </a:pPr>
                      <a:r>
                        <a:rPr lang="en-IN" sz="1700" b="1" dirty="0">
                          <a:effectLst/>
                        </a:rPr>
                        <a:t>stump</a:t>
                      </a:r>
                    </a:p>
                  </a:txBody>
                  <a:tcPr marL="52874" marR="52874" marT="35250" marB="35250" anchor="ctr">
                    <a:lnL w="9525" cap="flat" cmpd="sng" algn="ctr">
                      <a:solidFill>
                        <a:srgbClr val="309C09"/>
                      </a:solidFill>
                      <a:prstDash val="solid"/>
                      <a:round/>
                      <a:headEnd type="none" w="med" len="med"/>
                      <a:tailEnd type="none" w="med" len="med"/>
                    </a:lnL>
                    <a:lnR w="9525" cap="flat" cmpd="sng" algn="ctr">
                      <a:solidFill>
                        <a:srgbClr val="809D09"/>
                      </a:solidFill>
                      <a:prstDash val="solid"/>
                      <a:round/>
                      <a:headEnd type="none" w="med" len="med"/>
                      <a:tailEnd type="none" w="med" len="med"/>
                    </a:lnR>
                    <a:lnT w="9525" cap="flat" cmpd="sng" algn="ctr">
                      <a:solidFill>
                        <a:srgbClr val="309C09"/>
                      </a:solidFill>
                      <a:prstDash val="solid"/>
                      <a:round/>
                      <a:headEnd type="none" w="med" len="med"/>
                      <a:tailEnd type="none" w="med" len="med"/>
                    </a:lnT>
                    <a:lnB w="9525" cap="flat" cmpd="sng" algn="ctr">
                      <a:solidFill>
                        <a:srgbClr val="309C09"/>
                      </a:solidFill>
                      <a:prstDash val="solid"/>
                      <a:round/>
                      <a:headEnd type="none" w="med" len="med"/>
                      <a:tailEnd type="none" w="med" len="med"/>
                    </a:lnB>
                    <a:solidFill>
                      <a:schemeClr val="bg2"/>
                    </a:solidFill>
                  </a:tcPr>
                </a:tc>
                <a:tc>
                  <a:txBody>
                    <a:bodyPr/>
                    <a:lstStyle/>
                    <a:p>
                      <a:pPr>
                        <a:buNone/>
                      </a:pPr>
                      <a:r>
                        <a:rPr lang="en-IN" sz="1700" kern="1200" dirty="0">
                          <a:solidFill>
                            <a:schemeClr val="tx1"/>
                          </a:solidFill>
                          <a:effectLst/>
                          <a:latin typeface="+mn-lt"/>
                          <a:ea typeface="+mn-ea"/>
                          <a:cs typeface="+mn-cs"/>
                        </a:rPr>
                        <a:t>0.73</a:t>
                      </a:r>
                    </a:p>
                  </a:txBody>
                  <a:tcPr marL="52874" marR="52874" marT="35250" marB="35250" anchor="ctr">
                    <a:lnL w="9525" cap="flat" cmpd="sng" algn="ctr">
                      <a:solidFill>
                        <a:srgbClr val="809D09"/>
                      </a:solidFill>
                      <a:prstDash val="solid"/>
                      <a:round/>
                      <a:headEnd type="none" w="med" len="med"/>
                      <a:tailEnd type="none" w="med" len="med"/>
                    </a:lnL>
                    <a:lnR w="9525" cap="flat" cmpd="sng" algn="ctr">
                      <a:solidFill>
                        <a:srgbClr val="C0AB09"/>
                      </a:solidFill>
                      <a:prstDash val="solid"/>
                      <a:round/>
                      <a:headEnd type="none" w="med" len="med"/>
                      <a:tailEnd type="none" w="med" len="med"/>
                    </a:lnR>
                    <a:lnT w="9525" cap="flat" cmpd="sng" algn="ctr">
                      <a:solidFill>
                        <a:srgbClr val="809D09"/>
                      </a:solidFill>
                      <a:prstDash val="solid"/>
                      <a:round/>
                      <a:headEnd type="none" w="med" len="med"/>
                      <a:tailEnd type="none" w="med" len="med"/>
                    </a:lnT>
                    <a:lnB w="9525" cap="flat" cmpd="sng" algn="ctr">
                      <a:solidFill>
                        <a:srgbClr val="809D09"/>
                      </a:solidFill>
                      <a:prstDash val="solid"/>
                      <a:round/>
                      <a:headEnd type="none" w="med" len="med"/>
                      <a:tailEnd type="none" w="med" len="med"/>
                    </a:lnB>
                    <a:solidFill>
                      <a:srgbClr val="00B050"/>
                    </a:solidFill>
                  </a:tcPr>
                </a:tc>
                <a:tc>
                  <a:txBody>
                    <a:bodyPr/>
                    <a:lstStyle/>
                    <a:p>
                      <a:pPr>
                        <a:buNone/>
                      </a:pPr>
                      <a:r>
                        <a:rPr lang="en-IN" sz="1700" dirty="0">
                          <a:effectLst/>
                        </a:rPr>
                        <a:t>0.64</a:t>
                      </a:r>
                    </a:p>
                  </a:txBody>
                  <a:tcPr marL="52874" marR="52874" marT="35250" marB="35250" anchor="ctr">
                    <a:lnL w="9525" cap="flat" cmpd="sng" algn="ctr">
                      <a:solidFill>
                        <a:srgbClr val="C0AB09"/>
                      </a:solidFill>
                      <a:prstDash val="solid"/>
                      <a:round/>
                      <a:headEnd type="none" w="med" len="med"/>
                      <a:tailEnd type="none" w="med" len="med"/>
                    </a:lnL>
                    <a:lnR w="9525" cap="flat" cmpd="sng" algn="ctr">
                      <a:solidFill>
                        <a:srgbClr val="90B109"/>
                      </a:solidFill>
                      <a:prstDash val="solid"/>
                      <a:round/>
                      <a:headEnd type="none" w="med" len="med"/>
                      <a:tailEnd type="none" w="med" len="med"/>
                    </a:lnR>
                    <a:lnT w="9525" cap="flat" cmpd="sng" algn="ctr">
                      <a:solidFill>
                        <a:srgbClr val="C0AB09"/>
                      </a:solidFill>
                      <a:prstDash val="solid"/>
                      <a:round/>
                      <a:headEnd type="none" w="med" len="med"/>
                      <a:tailEnd type="none" w="med" len="med"/>
                    </a:lnT>
                    <a:lnB w="9525" cap="flat" cmpd="sng" algn="ctr">
                      <a:solidFill>
                        <a:srgbClr val="C0AB09"/>
                      </a:solidFill>
                      <a:prstDash val="solid"/>
                      <a:round/>
                      <a:headEnd type="none" w="med" len="med"/>
                      <a:tailEnd type="none" w="med" len="med"/>
                    </a:lnB>
                    <a:noFill/>
                  </a:tcPr>
                </a:tc>
                <a:tc>
                  <a:txBody>
                    <a:bodyPr/>
                    <a:lstStyle/>
                    <a:p>
                      <a:pPr>
                        <a:buNone/>
                      </a:pPr>
                      <a:r>
                        <a:rPr lang="en-IN" sz="1700" dirty="0">
                          <a:effectLst/>
                        </a:rPr>
                        <a:t>0.40</a:t>
                      </a:r>
                    </a:p>
                  </a:txBody>
                  <a:tcPr marL="52874" marR="52874" marT="35250" marB="35250" anchor="ctr">
                    <a:lnL w="9525" cap="flat" cmpd="sng" algn="ctr">
                      <a:solidFill>
                        <a:srgbClr val="90B109"/>
                      </a:solidFill>
                      <a:prstDash val="solid"/>
                      <a:round/>
                      <a:headEnd type="none" w="med" len="med"/>
                      <a:tailEnd type="none" w="med" len="med"/>
                    </a:lnL>
                    <a:lnR w="9525" cap="flat" cmpd="sng" algn="ctr">
                      <a:solidFill>
                        <a:srgbClr val="B0BB09"/>
                      </a:solidFill>
                      <a:prstDash val="solid"/>
                      <a:round/>
                      <a:headEnd type="none" w="med" len="med"/>
                      <a:tailEnd type="none" w="med" len="med"/>
                    </a:lnR>
                    <a:lnT w="9525" cap="flat" cmpd="sng" algn="ctr">
                      <a:solidFill>
                        <a:srgbClr val="90B109"/>
                      </a:solidFill>
                      <a:prstDash val="solid"/>
                      <a:round/>
                      <a:headEnd type="none" w="med" len="med"/>
                      <a:tailEnd type="none" w="med" len="med"/>
                    </a:lnT>
                    <a:lnB w="9525" cap="flat" cmpd="sng" algn="ctr">
                      <a:solidFill>
                        <a:srgbClr val="90B109"/>
                      </a:solidFill>
                      <a:prstDash val="solid"/>
                      <a:round/>
                      <a:headEnd type="none" w="med" len="med"/>
                      <a:tailEnd type="none" w="med" len="med"/>
                    </a:lnB>
                    <a:solidFill>
                      <a:srgbClr val="00B050"/>
                    </a:solidFill>
                  </a:tcPr>
                </a:tc>
                <a:tc>
                  <a:txBody>
                    <a:bodyPr/>
                    <a:lstStyle/>
                    <a:p>
                      <a:pPr>
                        <a:buNone/>
                      </a:pPr>
                      <a:r>
                        <a:rPr lang="en-IN" sz="1700" dirty="0">
                          <a:effectLst/>
                        </a:rPr>
                        <a:t>0.44</a:t>
                      </a:r>
                    </a:p>
                  </a:txBody>
                  <a:tcPr marL="52874" marR="52874" marT="35250" marB="35250" anchor="ctr">
                    <a:lnL w="9525" cap="flat" cmpd="sng" algn="ctr">
                      <a:solidFill>
                        <a:srgbClr val="B0BB09"/>
                      </a:solidFill>
                      <a:prstDash val="solid"/>
                      <a:round/>
                      <a:headEnd type="none" w="med" len="med"/>
                      <a:tailEnd type="none" w="med" len="med"/>
                    </a:lnL>
                    <a:lnR w="9525" cap="flat" cmpd="sng" algn="ctr">
                      <a:solidFill>
                        <a:srgbClr val="E0BB09"/>
                      </a:solidFill>
                      <a:prstDash val="solid"/>
                      <a:round/>
                      <a:headEnd type="none" w="med" len="med"/>
                      <a:tailEnd type="none" w="med" len="med"/>
                    </a:lnR>
                    <a:lnT w="9525" cap="flat" cmpd="sng" algn="ctr">
                      <a:solidFill>
                        <a:srgbClr val="B0BB09"/>
                      </a:solidFill>
                      <a:prstDash val="solid"/>
                      <a:round/>
                      <a:headEnd type="none" w="med" len="med"/>
                      <a:tailEnd type="none" w="med" len="med"/>
                    </a:lnT>
                    <a:lnB w="9525" cap="flat" cmpd="sng" algn="ctr">
                      <a:solidFill>
                        <a:srgbClr val="B0BB09"/>
                      </a:solidFill>
                      <a:prstDash val="solid"/>
                      <a:round/>
                      <a:headEnd type="none" w="med" len="med"/>
                      <a:tailEnd type="none" w="med" len="med"/>
                    </a:lnB>
                    <a:noFill/>
                  </a:tcPr>
                </a:tc>
                <a:tc>
                  <a:txBody>
                    <a:bodyPr/>
                    <a:lstStyle/>
                    <a:p>
                      <a:pPr>
                        <a:buNone/>
                      </a:pPr>
                      <a:r>
                        <a:rPr lang="en-IN" sz="1700" dirty="0">
                          <a:effectLst/>
                        </a:rPr>
                        <a:t>0.51</a:t>
                      </a:r>
                    </a:p>
                  </a:txBody>
                  <a:tcPr marL="52874" marR="52874" marT="35250" marB="35250" anchor="ctr">
                    <a:lnL w="9525" cap="flat" cmpd="sng" algn="ctr">
                      <a:solidFill>
                        <a:srgbClr val="E0BB09"/>
                      </a:solidFill>
                      <a:prstDash val="solid"/>
                      <a:round/>
                      <a:headEnd type="none" w="med" len="med"/>
                      <a:tailEnd type="none" w="med" len="med"/>
                    </a:lnL>
                    <a:lnR w="9525" cap="flat" cmpd="sng" algn="ctr">
                      <a:solidFill>
                        <a:srgbClr val="E0BE09"/>
                      </a:solidFill>
                      <a:prstDash val="solid"/>
                      <a:round/>
                      <a:headEnd type="none" w="med" len="med"/>
                      <a:tailEnd type="none" w="med" len="med"/>
                    </a:lnR>
                    <a:lnT w="9525" cap="flat" cmpd="sng" algn="ctr">
                      <a:solidFill>
                        <a:srgbClr val="E0BB09"/>
                      </a:solidFill>
                      <a:prstDash val="solid"/>
                      <a:round/>
                      <a:headEnd type="none" w="med" len="med"/>
                      <a:tailEnd type="none" w="med" len="med"/>
                    </a:lnT>
                    <a:lnB w="9525" cap="flat" cmpd="sng" algn="ctr">
                      <a:solidFill>
                        <a:srgbClr val="E0BB09"/>
                      </a:solidFill>
                      <a:prstDash val="solid"/>
                      <a:round/>
                      <a:headEnd type="none" w="med" len="med"/>
                      <a:tailEnd type="none" w="med" len="med"/>
                    </a:lnB>
                    <a:solidFill>
                      <a:srgbClr val="00B050"/>
                    </a:solidFill>
                  </a:tcPr>
                </a:tc>
                <a:tc>
                  <a:txBody>
                    <a:bodyPr/>
                    <a:lstStyle/>
                    <a:p>
                      <a:pPr>
                        <a:buNone/>
                      </a:pPr>
                      <a:r>
                        <a:rPr lang="en-IN" sz="1700" dirty="0">
                          <a:effectLst/>
                        </a:rPr>
                        <a:t>0.52</a:t>
                      </a:r>
                    </a:p>
                  </a:txBody>
                  <a:tcPr marL="52874" marR="52874" marT="35250" marB="35250" anchor="ctr">
                    <a:lnL w="9525" cap="flat" cmpd="sng" algn="ctr">
                      <a:solidFill>
                        <a:srgbClr val="E0BE09"/>
                      </a:solidFill>
                      <a:prstDash val="solid"/>
                      <a:round/>
                      <a:headEnd type="none" w="med" len="med"/>
                      <a:tailEnd type="none" w="med" len="med"/>
                    </a:lnL>
                    <a:lnR w="9525" cap="flat" cmpd="sng" algn="ctr">
                      <a:solidFill>
                        <a:srgbClr val="E0BE09"/>
                      </a:solidFill>
                      <a:prstDash val="solid"/>
                      <a:round/>
                      <a:headEnd type="none" w="med" len="med"/>
                      <a:tailEnd type="none" w="med" len="med"/>
                    </a:lnR>
                    <a:lnT w="9525" cap="flat" cmpd="sng" algn="ctr">
                      <a:solidFill>
                        <a:srgbClr val="E0BE09"/>
                      </a:solidFill>
                      <a:prstDash val="solid"/>
                      <a:round/>
                      <a:headEnd type="none" w="med" len="med"/>
                      <a:tailEnd type="none" w="med" len="med"/>
                    </a:lnT>
                    <a:lnB w="9525" cap="flat" cmpd="sng" algn="ctr">
                      <a:solidFill>
                        <a:srgbClr val="E0BE09"/>
                      </a:solidFill>
                      <a:prstDash val="solid"/>
                      <a:round/>
                      <a:headEnd type="none" w="med" len="med"/>
                      <a:tailEnd type="none" w="med" len="med"/>
                    </a:lnB>
                    <a:noFill/>
                  </a:tcPr>
                </a:tc>
                <a:extLst>
                  <a:ext uri="{0D108BD9-81ED-4DB2-BD59-A6C34878D82A}">
                    <a16:rowId xmlns:a16="http://schemas.microsoft.com/office/drawing/2014/main" val="728844541"/>
                  </a:ext>
                </a:extLst>
              </a:tr>
            </a:tbl>
          </a:graphicData>
        </a:graphic>
      </p:graphicFrame>
      <p:pic>
        <p:nvPicPr>
          <p:cNvPr id="7" name="Picture 6">
            <a:extLst>
              <a:ext uri="{FF2B5EF4-FFF2-40B4-BE49-F238E27FC236}">
                <a16:creationId xmlns:a16="http://schemas.microsoft.com/office/drawing/2014/main" id="{94A716DE-DD4F-FA96-858C-ECBDA571A7E0}"/>
              </a:ext>
            </a:extLst>
          </p:cNvPr>
          <p:cNvPicPr>
            <a:picLocks noChangeAspect="1"/>
          </p:cNvPicPr>
          <p:nvPr/>
        </p:nvPicPr>
        <p:blipFill>
          <a:blip r:embed="rId3"/>
          <a:stretch>
            <a:fillRect/>
          </a:stretch>
        </p:blipFill>
        <p:spPr>
          <a:xfrm>
            <a:off x="9777046" y="16677"/>
            <a:ext cx="2414954" cy="905606"/>
          </a:xfrm>
          <a:prstGeom prst="rect">
            <a:avLst/>
          </a:prstGeom>
        </p:spPr>
      </p:pic>
    </p:spTree>
    <p:extLst>
      <p:ext uri="{BB962C8B-B14F-4D97-AF65-F5344CB8AC3E}">
        <p14:creationId xmlns:p14="http://schemas.microsoft.com/office/powerpoint/2010/main" val="33191858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AA75E3-E827-F5BC-0081-09B26F225ED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D7BB63A-ED30-04BE-1307-1FE157D05EC8}"/>
              </a:ext>
            </a:extLst>
          </p:cNvPr>
          <p:cNvSpPr>
            <a:spLocks noGrp="1"/>
          </p:cNvSpPr>
          <p:nvPr>
            <p:ph type="dt" sz="half" idx="10"/>
          </p:nvPr>
        </p:nvSpPr>
        <p:spPr/>
        <p:txBody>
          <a:bodyPr/>
          <a:lstStyle/>
          <a:p>
            <a:fld id="{7E3784C8-F1F9-3A4E-8157-ADC6FC447930}" type="datetime1">
              <a:rPr lang="en-US" smtClean="0"/>
              <a:t>12/13/2025</a:t>
            </a:fld>
            <a:endParaRPr lang="en-US"/>
          </a:p>
        </p:txBody>
      </p:sp>
      <p:sp>
        <p:nvSpPr>
          <p:cNvPr id="4" name="Slide Number Placeholder 3">
            <a:extLst>
              <a:ext uri="{FF2B5EF4-FFF2-40B4-BE49-F238E27FC236}">
                <a16:creationId xmlns:a16="http://schemas.microsoft.com/office/drawing/2014/main" id="{9CEF6959-1D09-7603-62E7-FAADFF167C6B}"/>
              </a:ext>
            </a:extLst>
          </p:cNvPr>
          <p:cNvSpPr>
            <a:spLocks noGrp="1"/>
          </p:cNvSpPr>
          <p:nvPr>
            <p:ph type="sldNum" sz="quarter" idx="12"/>
          </p:nvPr>
        </p:nvSpPr>
        <p:spPr/>
        <p:txBody>
          <a:bodyPr/>
          <a:lstStyle/>
          <a:p>
            <a:fld id="{AEAA3239-9EA4-4A65-A281-97F994456D9F}" type="slidenum">
              <a:rPr lang="en-US" smtClean="0"/>
              <a:pPr/>
              <a:t>9</a:t>
            </a:fld>
            <a:endParaRPr lang="en-US"/>
          </a:p>
        </p:txBody>
      </p:sp>
      <p:sp>
        <p:nvSpPr>
          <p:cNvPr id="14" name="Rectangle 1">
            <a:extLst>
              <a:ext uri="{FF2B5EF4-FFF2-40B4-BE49-F238E27FC236}">
                <a16:creationId xmlns:a16="http://schemas.microsoft.com/office/drawing/2014/main" id="{62BA7F02-FC3F-1584-D1B4-4B2985EB39A0}"/>
              </a:ext>
            </a:extLst>
          </p:cNvPr>
          <p:cNvSpPr>
            <a:spLocks noChangeArrowheads="1"/>
          </p:cNvSpPr>
          <p:nvPr/>
        </p:nvSpPr>
        <p:spPr bwMode="auto">
          <a:xfrm>
            <a:off x="4125913" y="1581150"/>
            <a:ext cx="12192000" cy="0"/>
          </a:xfrm>
          <a:prstGeom prst="rect">
            <a:avLst/>
          </a:prstGeom>
          <a:solidFill>
            <a:srgbClr val="F3F3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1" name="Picture 10">
            <a:extLst>
              <a:ext uri="{FF2B5EF4-FFF2-40B4-BE49-F238E27FC236}">
                <a16:creationId xmlns:a16="http://schemas.microsoft.com/office/drawing/2014/main" id="{DEE99FB2-C4E2-D9CF-9DE0-8B0C28C78E05}"/>
              </a:ext>
            </a:extLst>
          </p:cNvPr>
          <p:cNvPicPr>
            <a:picLocks noChangeAspect="1"/>
          </p:cNvPicPr>
          <p:nvPr/>
        </p:nvPicPr>
        <p:blipFill>
          <a:blip r:embed="rId2"/>
          <a:stretch>
            <a:fillRect/>
          </a:stretch>
        </p:blipFill>
        <p:spPr>
          <a:xfrm>
            <a:off x="594791" y="779937"/>
            <a:ext cx="8849269" cy="5858693"/>
          </a:xfrm>
          <a:prstGeom prst="rect">
            <a:avLst/>
          </a:prstGeom>
        </p:spPr>
      </p:pic>
      <p:sp>
        <p:nvSpPr>
          <p:cNvPr id="12" name="Title 1">
            <a:extLst>
              <a:ext uri="{FF2B5EF4-FFF2-40B4-BE49-F238E27FC236}">
                <a16:creationId xmlns:a16="http://schemas.microsoft.com/office/drawing/2014/main" id="{C18A9359-833A-5639-6748-22D9F9BDE0EA}"/>
              </a:ext>
            </a:extLst>
          </p:cNvPr>
          <p:cNvSpPr txBox="1">
            <a:spLocks/>
          </p:cNvSpPr>
          <p:nvPr/>
        </p:nvSpPr>
        <p:spPr>
          <a:xfrm>
            <a:off x="337460" y="87734"/>
            <a:ext cx="9056077" cy="692203"/>
          </a:xfrm>
          <a:prstGeom prst="rect">
            <a:avLst/>
          </a:prstGeom>
        </p:spPr>
        <p:txBody>
          <a:bodyPr anchor="t">
            <a:normAutofit/>
          </a:bodyPr>
          <a:lst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a:lstStyle>
          <a:p>
            <a:r>
              <a:rPr lang="en-US" dirty="0">
                <a:solidFill>
                  <a:srgbClr val="00B0F0"/>
                </a:solidFill>
              </a:rPr>
              <a:t>Model Compare Metrics – Random Forest Vs KNN</a:t>
            </a:r>
          </a:p>
        </p:txBody>
      </p:sp>
      <p:pic>
        <p:nvPicPr>
          <p:cNvPr id="6" name="Picture 5">
            <a:extLst>
              <a:ext uri="{FF2B5EF4-FFF2-40B4-BE49-F238E27FC236}">
                <a16:creationId xmlns:a16="http://schemas.microsoft.com/office/drawing/2014/main" id="{FB391F6C-80A6-81A2-969D-878CF30D2784}"/>
              </a:ext>
            </a:extLst>
          </p:cNvPr>
          <p:cNvPicPr>
            <a:picLocks noChangeAspect="1"/>
          </p:cNvPicPr>
          <p:nvPr/>
        </p:nvPicPr>
        <p:blipFill>
          <a:blip r:embed="rId3"/>
          <a:stretch>
            <a:fillRect/>
          </a:stretch>
        </p:blipFill>
        <p:spPr>
          <a:xfrm>
            <a:off x="9777046" y="0"/>
            <a:ext cx="2414954" cy="896815"/>
          </a:xfrm>
          <a:prstGeom prst="rect">
            <a:avLst/>
          </a:prstGeom>
        </p:spPr>
      </p:pic>
    </p:spTree>
    <p:extLst>
      <p:ext uri="{BB962C8B-B14F-4D97-AF65-F5344CB8AC3E}">
        <p14:creationId xmlns:p14="http://schemas.microsoft.com/office/powerpoint/2010/main" val="2835340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035B-EF88-2757-B9DF-4D45C748CB3E}"/>
              </a:ext>
            </a:extLst>
          </p:cNvPr>
          <p:cNvSpPr>
            <a:spLocks noGrp="1"/>
          </p:cNvSpPr>
          <p:nvPr>
            <p:ph type="title"/>
          </p:nvPr>
        </p:nvSpPr>
        <p:spPr>
          <a:xfrm>
            <a:off x="430670" y="142937"/>
            <a:ext cx="3215641" cy="449799"/>
          </a:xfrm>
        </p:spPr>
        <p:txBody>
          <a:bodyPr anchor="t">
            <a:normAutofit/>
          </a:bodyPr>
          <a:lstStyle/>
          <a:p>
            <a:r>
              <a:rPr lang="en-US" sz="2800" dirty="0">
                <a:solidFill>
                  <a:srgbClr val="00B0F0"/>
                </a:solidFill>
              </a:rPr>
              <a:t>Visualizations</a:t>
            </a:r>
          </a:p>
        </p:txBody>
      </p:sp>
      <p:sp>
        <p:nvSpPr>
          <p:cNvPr id="6" name="Slide Number Placeholder 5">
            <a:extLst>
              <a:ext uri="{FF2B5EF4-FFF2-40B4-BE49-F238E27FC236}">
                <a16:creationId xmlns:a16="http://schemas.microsoft.com/office/drawing/2014/main" id="{D573D052-1DC8-4188-4ECD-36F29E2A0763}"/>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
        <p:nvSpPr>
          <p:cNvPr id="7" name="TextBox 6">
            <a:extLst>
              <a:ext uri="{FF2B5EF4-FFF2-40B4-BE49-F238E27FC236}">
                <a16:creationId xmlns:a16="http://schemas.microsoft.com/office/drawing/2014/main" id="{665E5FCB-D087-F9D7-0016-7FEB9EBA3560}"/>
              </a:ext>
            </a:extLst>
          </p:cNvPr>
          <p:cNvSpPr txBox="1"/>
          <p:nvPr/>
        </p:nvSpPr>
        <p:spPr>
          <a:xfrm>
            <a:off x="462923" y="582440"/>
            <a:ext cx="11896725" cy="646331"/>
          </a:xfrm>
          <a:prstGeom prst="rect">
            <a:avLst/>
          </a:prstGeom>
          <a:noFill/>
        </p:spPr>
        <p:txBody>
          <a:bodyPr wrap="square">
            <a:spAutoFit/>
          </a:bodyPr>
          <a:lstStyle/>
          <a:p>
            <a:pPr lvl="0">
              <a:lnSpc>
                <a:spcPct val="100000"/>
              </a:lnSpc>
            </a:pPr>
            <a:r>
              <a:rPr lang="en-US" dirty="0">
                <a:solidFill>
                  <a:srgbClr val="1F2328"/>
                </a:solidFill>
                <a:latin typeface="-apple-system"/>
              </a:rPr>
              <a:t>Predicted cell labels are displayed with colored rectangles representing different objects for</a:t>
            </a:r>
          </a:p>
          <a:p>
            <a:pPr lvl="0">
              <a:lnSpc>
                <a:spcPct val="100000"/>
              </a:lnSpc>
            </a:pPr>
            <a:r>
              <a:rPr lang="en-US" dirty="0">
                <a:solidFill>
                  <a:srgbClr val="1F2328"/>
                </a:solidFill>
                <a:latin typeface="-apple-system"/>
              </a:rPr>
              <a:t> clear model interpretation.</a:t>
            </a:r>
          </a:p>
        </p:txBody>
      </p:sp>
      <p:pic>
        <p:nvPicPr>
          <p:cNvPr id="12" name="Picture 11">
            <a:extLst>
              <a:ext uri="{FF2B5EF4-FFF2-40B4-BE49-F238E27FC236}">
                <a16:creationId xmlns:a16="http://schemas.microsoft.com/office/drawing/2014/main" id="{85B00BFB-D925-7955-4804-076F63CCAE62}"/>
              </a:ext>
            </a:extLst>
          </p:cNvPr>
          <p:cNvPicPr>
            <a:picLocks noChangeAspect="1"/>
          </p:cNvPicPr>
          <p:nvPr/>
        </p:nvPicPr>
        <p:blipFill>
          <a:blip r:embed="rId3"/>
          <a:stretch>
            <a:fillRect/>
          </a:stretch>
        </p:blipFill>
        <p:spPr>
          <a:xfrm>
            <a:off x="430670" y="1239067"/>
            <a:ext cx="4723942" cy="2594127"/>
          </a:xfrm>
          <a:prstGeom prst="rect">
            <a:avLst/>
          </a:prstGeom>
        </p:spPr>
      </p:pic>
      <p:pic>
        <p:nvPicPr>
          <p:cNvPr id="14" name="Picture 13">
            <a:extLst>
              <a:ext uri="{FF2B5EF4-FFF2-40B4-BE49-F238E27FC236}">
                <a16:creationId xmlns:a16="http://schemas.microsoft.com/office/drawing/2014/main" id="{958D45F2-7C67-04B0-E0EA-2ED0A88CCE90}"/>
              </a:ext>
            </a:extLst>
          </p:cNvPr>
          <p:cNvPicPr>
            <a:picLocks noChangeAspect="1"/>
          </p:cNvPicPr>
          <p:nvPr/>
        </p:nvPicPr>
        <p:blipFill>
          <a:blip r:embed="rId4"/>
          <a:stretch>
            <a:fillRect/>
          </a:stretch>
        </p:blipFill>
        <p:spPr>
          <a:xfrm>
            <a:off x="5754930" y="1288640"/>
            <a:ext cx="5335732" cy="2571493"/>
          </a:xfrm>
          <a:prstGeom prst="rect">
            <a:avLst/>
          </a:prstGeom>
        </p:spPr>
      </p:pic>
      <p:pic>
        <p:nvPicPr>
          <p:cNvPr id="16" name="Picture 15">
            <a:extLst>
              <a:ext uri="{FF2B5EF4-FFF2-40B4-BE49-F238E27FC236}">
                <a16:creationId xmlns:a16="http://schemas.microsoft.com/office/drawing/2014/main" id="{1396A593-073C-500F-6E03-CE86DE4901DD}"/>
              </a:ext>
            </a:extLst>
          </p:cNvPr>
          <p:cNvPicPr>
            <a:picLocks noChangeAspect="1"/>
          </p:cNvPicPr>
          <p:nvPr/>
        </p:nvPicPr>
        <p:blipFill>
          <a:blip r:embed="rId5"/>
          <a:stretch>
            <a:fillRect/>
          </a:stretch>
        </p:blipFill>
        <p:spPr>
          <a:xfrm>
            <a:off x="462923" y="4110448"/>
            <a:ext cx="4723942" cy="2492685"/>
          </a:xfrm>
          <a:prstGeom prst="rect">
            <a:avLst/>
          </a:prstGeom>
        </p:spPr>
      </p:pic>
      <p:pic>
        <p:nvPicPr>
          <p:cNvPr id="18" name="Picture 17">
            <a:extLst>
              <a:ext uri="{FF2B5EF4-FFF2-40B4-BE49-F238E27FC236}">
                <a16:creationId xmlns:a16="http://schemas.microsoft.com/office/drawing/2014/main" id="{3C85CEE6-E1A0-29E9-4DDC-2F75B34A1040}"/>
              </a:ext>
            </a:extLst>
          </p:cNvPr>
          <p:cNvPicPr>
            <a:picLocks noChangeAspect="1"/>
          </p:cNvPicPr>
          <p:nvPr/>
        </p:nvPicPr>
        <p:blipFill>
          <a:blip r:embed="rId6"/>
          <a:stretch>
            <a:fillRect/>
          </a:stretch>
        </p:blipFill>
        <p:spPr>
          <a:xfrm>
            <a:off x="5719937" y="4110448"/>
            <a:ext cx="5405718" cy="2518006"/>
          </a:xfrm>
          <a:prstGeom prst="rect">
            <a:avLst/>
          </a:prstGeom>
        </p:spPr>
      </p:pic>
      <p:pic>
        <p:nvPicPr>
          <p:cNvPr id="8" name="Picture 7">
            <a:extLst>
              <a:ext uri="{FF2B5EF4-FFF2-40B4-BE49-F238E27FC236}">
                <a16:creationId xmlns:a16="http://schemas.microsoft.com/office/drawing/2014/main" id="{71B5FF18-1518-D938-A525-1A8C62A148A9}"/>
              </a:ext>
            </a:extLst>
          </p:cNvPr>
          <p:cNvPicPr>
            <a:picLocks noChangeAspect="1"/>
          </p:cNvPicPr>
          <p:nvPr/>
        </p:nvPicPr>
        <p:blipFill>
          <a:blip r:embed="rId7"/>
          <a:stretch>
            <a:fillRect/>
          </a:stretch>
        </p:blipFill>
        <p:spPr>
          <a:xfrm>
            <a:off x="9777046" y="0"/>
            <a:ext cx="2414954" cy="905606"/>
          </a:xfrm>
          <a:prstGeom prst="rect">
            <a:avLst/>
          </a:prstGeom>
        </p:spPr>
      </p:pic>
    </p:spTree>
    <p:extLst>
      <p:ext uri="{BB962C8B-B14F-4D97-AF65-F5344CB8AC3E}">
        <p14:creationId xmlns:p14="http://schemas.microsoft.com/office/powerpoint/2010/main" val="38812883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94837-5F6D-A47F-D09E-F46A07CD9D82}"/>
              </a:ext>
            </a:extLst>
          </p:cNvPr>
          <p:cNvSpPr>
            <a:spLocks noGrp="1"/>
          </p:cNvSpPr>
          <p:nvPr>
            <p:ph type="title"/>
          </p:nvPr>
        </p:nvSpPr>
        <p:spPr>
          <a:xfrm>
            <a:off x="156882" y="145818"/>
            <a:ext cx="6459071" cy="784412"/>
          </a:xfrm>
        </p:spPr>
        <p:txBody>
          <a:bodyPr anchor="t">
            <a:normAutofit/>
          </a:bodyPr>
          <a:lstStyle/>
          <a:p>
            <a:r>
              <a:rPr lang="en-US" dirty="0">
                <a:solidFill>
                  <a:srgbClr val="00B0F0"/>
                </a:solidFill>
              </a:rPr>
              <a:t>Learnings and Challenges</a:t>
            </a:r>
          </a:p>
        </p:txBody>
      </p:sp>
      <p:sp>
        <p:nvSpPr>
          <p:cNvPr id="3" name="Content Placeholder 2">
            <a:extLst>
              <a:ext uri="{FF2B5EF4-FFF2-40B4-BE49-F238E27FC236}">
                <a16:creationId xmlns:a16="http://schemas.microsoft.com/office/drawing/2014/main" id="{7F6781F2-2138-94C8-DEAB-351121465F8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6491" y="984153"/>
            <a:ext cx="8082756" cy="5356322"/>
          </a:xfrm>
        </p:spPr>
        <p:txBody>
          <a:bodyPr>
            <a:noAutofit/>
          </a:bodyPr>
          <a:lstStyle/>
          <a:p>
            <a:pPr marL="0" indent="0">
              <a:spcBef>
                <a:spcPts val="2500"/>
              </a:spcBef>
              <a:buFont typeface="Arial" panose="020B0604020202020204" pitchFamily="34" charset="0"/>
              <a:buNone/>
            </a:pPr>
            <a:r>
              <a:rPr lang="en-US" sz="1800" b="1" dirty="0">
                <a:solidFill>
                  <a:srgbClr val="1F2328"/>
                </a:solidFill>
                <a:latin typeface="-apple-system"/>
                <a:cs typeface="+mn-cs"/>
              </a:rPr>
              <a:t>Importance of Annotation and Preprocessing</a:t>
            </a:r>
          </a:p>
          <a:p>
            <a:pPr marL="0" lvl="1" indent="0">
              <a:buFont typeface="Arial" panose="020B0604020202020204" pitchFamily="34" charset="0"/>
              <a:buNone/>
            </a:pPr>
            <a:r>
              <a:rPr sz="1800" dirty="0">
                <a:solidFill>
                  <a:srgbClr val="1F2328"/>
                </a:solidFill>
                <a:latin typeface="-apple-system"/>
                <a:cs typeface="+mn-cs"/>
              </a:rPr>
              <a:t>Consistent annotation and preprocessing are critical to achieving reliable model performance and avoiding accuracy drops.</a:t>
            </a:r>
            <a:endParaRPr lang="en-US" sz="1800" dirty="0">
              <a:solidFill>
                <a:srgbClr val="1F2328"/>
              </a:solidFill>
              <a:latin typeface="-apple-system"/>
              <a:cs typeface="+mn-cs"/>
            </a:endParaRPr>
          </a:p>
          <a:p>
            <a:pPr marL="0" indent="0">
              <a:spcBef>
                <a:spcPts val="2500"/>
              </a:spcBef>
              <a:buFont typeface="Arial" panose="020B0604020202020204" pitchFamily="34" charset="0"/>
              <a:buNone/>
            </a:pPr>
            <a:r>
              <a:rPr lang="en-US" sz="1800" b="1" dirty="0">
                <a:solidFill>
                  <a:srgbClr val="1F2328"/>
                </a:solidFill>
                <a:latin typeface="-apple-system"/>
                <a:cs typeface="+mn-cs"/>
              </a:rPr>
              <a:t>Effective Feature Engineering</a:t>
            </a:r>
          </a:p>
          <a:p>
            <a:pPr marL="0" lvl="1" indent="0">
              <a:buFont typeface="Arial" panose="020B0604020202020204" pitchFamily="34" charset="0"/>
              <a:buNone/>
            </a:pPr>
            <a:r>
              <a:rPr sz="1800" dirty="0">
                <a:solidFill>
                  <a:srgbClr val="1F2328"/>
                </a:solidFill>
                <a:latin typeface="-apple-system"/>
                <a:cs typeface="+mn-cs"/>
              </a:rPr>
              <a:t>Techniques like HOG and grayscale features improve classical machine learning model accuracy through thoughtful selection.</a:t>
            </a:r>
            <a:endParaRPr lang="en-US" sz="1800" dirty="0">
              <a:solidFill>
                <a:srgbClr val="1F2328"/>
              </a:solidFill>
              <a:latin typeface="-apple-system"/>
              <a:cs typeface="+mn-cs"/>
            </a:endParaRPr>
          </a:p>
          <a:p>
            <a:pPr marL="0" indent="0">
              <a:spcBef>
                <a:spcPts val="2500"/>
              </a:spcBef>
              <a:buFont typeface="Arial" panose="020B0604020202020204" pitchFamily="34" charset="0"/>
              <a:buNone/>
            </a:pPr>
            <a:r>
              <a:rPr lang="en-US" sz="1800" b="1" dirty="0">
                <a:solidFill>
                  <a:srgbClr val="1F2328"/>
                </a:solidFill>
                <a:latin typeface="-apple-system"/>
                <a:cs typeface="+mn-cs"/>
              </a:rPr>
              <a:t>Model Comparison and Trade-offs</a:t>
            </a:r>
          </a:p>
          <a:p>
            <a:pPr marL="0" lvl="1" indent="0">
              <a:buFont typeface="Arial" panose="020B0604020202020204" pitchFamily="34" charset="0"/>
              <a:buNone/>
            </a:pPr>
            <a:r>
              <a:rPr sz="1800" dirty="0">
                <a:solidFill>
                  <a:srgbClr val="1F2328"/>
                </a:solidFill>
                <a:latin typeface="-apple-system"/>
                <a:cs typeface="+mn-cs"/>
              </a:rPr>
              <a:t>Comparing Random Forest and KNN reveals trade-offs between accuracy and computational speed for model selection.</a:t>
            </a:r>
            <a:endParaRPr lang="en-US" sz="1800" dirty="0">
              <a:solidFill>
                <a:srgbClr val="1F2328"/>
              </a:solidFill>
              <a:latin typeface="-apple-system"/>
              <a:cs typeface="+mn-cs"/>
            </a:endParaRPr>
          </a:p>
          <a:p>
            <a:pPr marL="0" indent="0">
              <a:spcBef>
                <a:spcPts val="2500"/>
              </a:spcBef>
              <a:buFont typeface="Arial" panose="020B0604020202020204" pitchFamily="34" charset="0"/>
              <a:buNone/>
            </a:pPr>
            <a:r>
              <a:rPr lang="en-US" sz="1800" b="1" dirty="0">
                <a:solidFill>
                  <a:srgbClr val="1F2328"/>
                </a:solidFill>
                <a:latin typeface="-apple-system"/>
                <a:cs typeface="+mn-cs"/>
              </a:rPr>
              <a:t>Visualization and Challenges</a:t>
            </a:r>
          </a:p>
          <a:p>
            <a:pPr marL="0" lvl="1" indent="0">
              <a:buFont typeface="Arial" panose="020B0604020202020204" pitchFamily="34" charset="0"/>
              <a:buNone/>
            </a:pPr>
            <a:r>
              <a:rPr sz="1800" dirty="0">
                <a:solidFill>
                  <a:srgbClr val="1F2328"/>
                </a:solidFill>
                <a:latin typeface="-apple-system"/>
                <a:cs typeface="+mn-cs"/>
              </a:rPr>
              <a:t>Visualization aids debugging and understanding, while annotation complexity and scalability remain key challenges.</a:t>
            </a:r>
            <a:endParaRPr lang="en-US" sz="1800" dirty="0">
              <a:solidFill>
                <a:srgbClr val="1F2328"/>
              </a:solidFill>
              <a:latin typeface="-apple-system"/>
              <a:cs typeface="+mn-cs"/>
            </a:endParaRPr>
          </a:p>
        </p:txBody>
      </p:sp>
      <p:sp>
        <p:nvSpPr>
          <p:cNvPr id="5" name="Date Placeholder 4">
            <a:extLst>
              <a:ext uri="{FF2B5EF4-FFF2-40B4-BE49-F238E27FC236}">
                <a16:creationId xmlns:a16="http://schemas.microsoft.com/office/drawing/2014/main" id="{FF2D3257-AC88-C3B4-CE5D-98D3813D3ADB}"/>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BE757CBA-5400-6916-45A0-3A537C52E2E4}"/>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pic>
        <p:nvPicPr>
          <p:cNvPr id="8" name="Picture 7">
            <a:extLst>
              <a:ext uri="{FF2B5EF4-FFF2-40B4-BE49-F238E27FC236}">
                <a16:creationId xmlns:a16="http://schemas.microsoft.com/office/drawing/2014/main" id="{45FECFE0-BD8B-9FDE-A077-4F21B0F997B0}"/>
              </a:ext>
            </a:extLst>
          </p:cNvPr>
          <p:cNvPicPr>
            <a:picLocks noChangeAspect="1"/>
          </p:cNvPicPr>
          <p:nvPr/>
        </p:nvPicPr>
        <p:blipFill>
          <a:blip r:embed="rId3"/>
          <a:stretch>
            <a:fillRect/>
          </a:stretch>
        </p:blipFill>
        <p:spPr>
          <a:xfrm>
            <a:off x="9777046" y="51001"/>
            <a:ext cx="2414954" cy="905606"/>
          </a:xfrm>
          <a:prstGeom prst="rect">
            <a:avLst/>
          </a:prstGeom>
        </p:spPr>
      </p:pic>
    </p:spTree>
    <p:extLst>
      <p:ext uri="{BB962C8B-B14F-4D97-AF65-F5344CB8AC3E}">
        <p14:creationId xmlns:p14="http://schemas.microsoft.com/office/powerpoint/2010/main" val="14712027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Bubbleform">
  <a:themeElements>
    <a:clrScheme name="Bubbleform">
      <a:dk1>
        <a:srgbClr val="000000"/>
      </a:dk1>
      <a:lt1>
        <a:srgbClr val="FFFFFF"/>
      </a:lt1>
      <a:dk2>
        <a:srgbClr val="4E4AD8"/>
      </a:dk2>
      <a:lt2>
        <a:srgbClr val="DCD8DC"/>
      </a:lt2>
      <a:accent1>
        <a:srgbClr val="6C7FF6"/>
      </a:accent1>
      <a:accent2>
        <a:srgbClr val="8760DC"/>
      </a:accent2>
      <a:accent3>
        <a:srgbClr val="5D739A"/>
      </a:accent3>
      <a:accent4>
        <a:srgbClr val="6997AF"/>
      </a:accent4>
      <a:accent5>
        <a:srgbClr val="84ACB6"/>
      </a:accent5>
      <a:accent6>
        <a:srgbClr val="6F8183"/>
      </a:accent6>
      <a:hlink>
        <a:srgbClr val="69A020"/>
      </a:hlink>
      <a:folHlink>
        <a:srgbClr val="8C8C8C"/>
      </a:folHlink>
    </a:clrScheme>
    <a:fontScheme name="Custom 78">
      <a:majorFont>
        <a:latin typeface="Biome"/>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bbleform_win32_KO_V11" id="{86725AD0-D160-4069-8876-4ED9C8033A79}" vid="{9647EED2-E3EB-419E-B9CB-199FA54454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1209</Words>
  <Application>Microsoft Office PowerPoint</Application>
  <PresentationFormat>Widescreen</PresentationFormat>
  <Paragraphs>131</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vt:lpstr>
      <vt:lpstr>Aptos</vt:lpstr>
      <vt:lpstr>Arial</vt:lpstr>
      <vt:lpstr>Avenir Next LT Pro Light</vt:lpstr>
      <vt:lpstr>Biome</vt:lpstr>
      <vt:lpstr>Bubbleform</vt:lpstr>
      <vt:lpstr>PML -Cricket Object Detection Project –Group 27</vt:lpstr>
      <vt:lpstr>PowerPoint Presentation</vt:lpstr>
      <vt:lpstr> Step-by-Step Workflow</vt:lpstr>
      <vt:lpstr>Data Collection &amp; Pre Processing</vt:lpstr>
      <vt:lpstr>Annotation</vt:lpstr>
      <vt:lpstr>Checking Data Imbalance on Labels   We Checked Data imbalances post adding labels to each cells </vt:lpstr>
      <vt:lpstr>PowerPoint Presentation</vt:lpstr>
      <vt:lpstr>Model Training and Evaluation – Random Forest  And KNN</vt:lpstr>
      <vt:lpstr>PowerPoint Presentation</vt:lpstr>
      <vt:lpstr>Visualizations</vt:lpstr>
      <vt:lpstr>Learnings and 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2</cp:revision>
  <dcterms:created xsi:type="dcterms:W3CDTF">2025-11-25T18:57:06Z</dcterms:created>
  <dcterms:modified xsi:type="dcterms:W3CDTF">2025-12-13T18:04:05Z</dcterms:modified>
</cp:coreProperties>
</file>